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3" r:id="rId3"/>
    <p:sldId id="265" r:id="rId4"/>
    <p:sldId id="257" r:id="rId5"/>
    <p:sldId id="258" r:id="rId6"/>
    <p:sldId id="267" r:id="rId7"/>
    <p:sldId id="264" r:id="rId8"/>
    <p:sldId id="259" r:id="rId9"/>
    <p:sldId id="266" r:id="rId10"/>
    <p:sldId id="270" r:id="rId11"/>
    <p:sldId id="268" r:id="rId12"/>
    <p:sldId id="273" r:id="rId13"/>
    <p:sldId id="274" r:id="rId14"/>
    <p:sldId id="271" r:id="rId15"/>
    <p:sldId id="280" r:id="rId16"/>
    <p:sldId id="272" r:id="rId17"/>
    <p:sldId id="279" r:id="rId18"/>
    <p:sldId id="277" r:id="rId19"/>
    <p:sldId id="278" r:id="rId20"/>
    <p:sldId id="275" r:id="rId21"/>
    <p:sldId id="276" r:id="rId22"/>
    <p:sldId id="281" r:id="rId23"/>
    <p:sldId id="282" r:id="rId24"/>
    <p:sldId id="283" r:id="rId25"/>
    <p:sldId id="284" r:id="rId26"/>
    <p:sldId id="285" r:id="rId27"/>
    <p:sldId id="286" r:id="rId28"/>
    <p:sldId id="287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9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D8EE"/>
    <a:srgbClr val="006EBB"/>
    <a:srgbClr val="BAD3E9"/>
    <a:srgbClr val="C2DCF0"/>
    <a:srgbClr val="C1D8ED"/>
    <a:srgbClr val="A22428"/>
    <a:srgbClr val="F8CDAC"/>
    <a:srgbClr val="4776C4"/>
    <a:srgbClr val="B6C7EA"/>
    <a:srgbClr val="D7D7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310" y="1056"/>
      </p:cViewPr>
      <p:guideLst>
        <p:guide orient="horz" pos="2019"/>
        <p:guide pos="38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10.bin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6.bin"/><Relationship Id="rId17" Type="http://schemas.openxmlformats.org/officeDocument/2006/relationships/oleObject" Target="../embeddings/oleObject9.bin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15.emf"/><Relationship Id="rId10" Type="http://schemas.openxmlformats.org/officeDocument/2006/relationships/oleObject" Target="../embeddings/oleObject5.bin"/><Relationship Id="rId19" Type="http://schemas.openxmlformats.org/officeDocument/2006/relationships/oleObject" Target="../embeddings/oleObject11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13.wmf"/><Relationship Id="rId3" Type="http://schemas.openxmlformats.org/officeDocument/2006/relationships/image" Target="../media/image1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23.bin"/><Relationship Id="rId2" Type="http://schemas.openxmlformats.org/officeDocument/2006/relationships/oleObject" Target="../embeddings/oleObject18.bin"/><Relationship Id="rId16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24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wmf"/><Relationship Id="rId18" Type="http://schemas.openxmlformats.org/officeDocument/2006/relationships/oleObject" Target="../embeddings/oleObject34.bin"/><Relationship Id="rId26" Type="http://schemas.openxmlformats.org/officeDocument/2006/relationships/oleObject" Target="../embeddings/oleObject38.bin"/><Relationship Id="rId39" Type="http://schemas.openxmlformats.org/officeDocument/2006/relationships/oleObject" Target="../embeddings/oleObject46.bin"/><Relationship Id="rId21" Type="http://schemas.openxmlformats.org/officeDocument/2006/relationships/image" Target="../media/image30.wmf"/><Relationship Id="rId34" Type="http://schemas.openxmlformats.org/officeDocument/2006/relationships/oleObject" Target="../embeddings/oleObject42.bin"/><Relationship Id="rId42" Type="http://schemas.openxmlformats.org/officeDocument/2006/relationships/oleObject" Target="../embeddings/oleObject49.bin"/><Relationship Id="rId7" Type="http://schemas.openxmlformats.org/officeDocument/2006/relationships/image" Target="../media/image23.emf"/><Relationship Id="rId2" Type="http://schemas.openxmlformats.org/officeDocument/2006/relationships/oleObject" Target="../embeddings/oleObject26.bin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5.bin"/><Relationship Id="rId29" Type="http://schemas.openxmlformats.org/officeDocument/2006/relationships/image" Target="../media/image34.emf"/><Relationship Id="rId41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25.wmf"/><Relationship Id="rId24" Type="http://schemas.openxmlformats.org/officeDocument/2006/relationships/oleObject" Target="../embeddings/oleObject37.bin"/><Relationship Id="rId32" Type="http://schemas.openxmlformats.org/officeDocument/2006/relationships/oleObject" Target="../embeddings/oleObject41.bin"/><Relationship Id="rId37" Type="http://schemas.openxmlformats.org/officeDocument/2006/relationships/oleObject" Target="../embeddings/oleObject44.bin"/><Relationship Id="rId40" Type="http://schemas.openxmlformats.org/officeDocument/2006/relationships/oleObject" Target="../embeddings/oleObject47.bin"/><Relationship Id="rId5" Type="http://schemas.openxmlformats.org/officeDocument/2006/relationships/image" Target="../media/image22.emf"/><Relationship Id="rId15" Type="http://schemas.openxmlformats.org/officeDocument/2006/relationships/image" Target="../media/image27.wmf"/><Relationship Id="rId23" Type="http://schemas.openxmlformats.org/officeDocument/2006/relationships/image" Target="../media/image31.wmf"/><Relationship Id="rId28" Type="http://schemas.openxmlformats.org/officeDocument/2006/relationships/oleObject" Target="../embeddings/oleObject39.bin"/><Relationship Id="rId36" Type="http://schemas.openxmlformats.org/officeDocument/2006/relationships/oleObject" Target="../embeddings/oleObject43.bin"/><Relationship Id="rId10" Type="http://schemas.openxmlformats.org/officeDocument/2006/relationships/oleObject" Target="../embeddings/oleObject30.bin"/><Relationship Id="rId19" Type="http://schemas.openxmlformats.org/officeDocument/2006/relationships/image" Target="../media/image29.wmf"/><Relationship Id="rId31" Type="http://schemas.openxmlformats.org/officeDocument/2006/relationships/image" Target="../media/image35.wmf"/><Relationship Id="rId44" Type="http://schemas.openxmlformats.org/officeDocument/2006/relationships/oleObject" Target="../embeddings/oleObject51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24.emf"/><Relationship Id="rId14" Type="http://schemas.openxmlformats.org/officeDocument/2006/relationships/oleObject" Target="../embeddings/oleObject32.bin"/><Relationship Id="rId22" Type="http://schemas.openxmlformats.org/officeDocument/2006/relationships/oleObject" Target="../embeddings/oleObject36.bin"/><Relationship Id="rId27" Type="http://schemas.openxmlformats.org/officeDocument/2006/relationships/image" Target="../media/image33.wmf"/><Relationship Id="rId30" Type="http://schemas.openxmlformats.org/officeDocument/2006/relationships/oleObject" Target="../embeddings/oleObject40.bin"/><Relationship Id="rId35" Type="http://schemas.openxmlformats.org/officeDocument/2006/relationships/image" Target="../media/image37.wmf"/><Relationship Id="rId43" Type="http://schemas.openxmlformats.org/officeDocument/2006/relationships/oleObject" Target="../embeddings/oleObject50.bin"/><Relationship Id="rId8" Type="http://schemas.openxmlformats.org/officeDocument/2006/relationships/oleObject" Target="../embeddings/oleObject29.bin"/><Relationship Id="rId3" Type="http://schemas.openxmlformats.org/officeDocument/2006/relationships/image" Target="../media/image21.w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28.wmf"/><Relationship Id="rId25" Type="http://schemas.openxmlformats.org/officeDocument/2006/relationships/image" Target="../media/image32.wmf"/><Relationship Id="rId33" Type="http://schemas.openxmlformats.org/officeDocument/2006/relationships/image" Target="../media/image36.wmf"/><Relationship Id="rId38" Type="http://schemas.openxmlformats.org/officeDocument/2006/relationships/oleObject" Target="../embeddings/oleObject45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39.jp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image" Target="../media/image60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8.jp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77.jp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83.jpg"/><Relationship Id="rId7" Type="http://schemas.openxmlformats.org/officeDocument/2006/relationships/image" Target="../media/image100.pn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image" Target="../media/image60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89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88.png"/><Relationship Id="rId2" Type="http://schemas.openxmlformats.org/officeDocument/2006/relationships/image" Target="../media/image103.png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106.png"/><Relationship Id="rId5" Type="http://schemas.openxmlformats.org/officeDocument/2006/relationships/image" Target="../media/image83.png"/><Relationship Id="rId15" Type="http://schemas.openxmlformats.org/officeDocument/2006/relationships/image" Target="../media/image91.png"/><Relationship Id="rId10" Type="http://schemas.openxmlformats.org/officeDocument/2006/relationships/image" Target="../media/image105.png"/><Relationship Id="rId4" Type="http://schemas.openxmlformats.org/officeDocument/2006/relationships/image" Target="../media/image82.png"/><Relationship Id="rId9" Type="http://schemas.openxmlformats.org/officeDocument/2006/relationships/image" Target="../media/image104.png"/><Relationship Id="rId14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4886325" y="842645"/>
            <a:ext cx="3040380" cy="5816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综合交通运输系统研究领域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33425" y="2017395"/>
            <a:ext cx="2533650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外部环境与支撑系统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3498850" y="2017395"/>
            <a:ext cx="2762885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交通需求与出行行为分析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6492875" y="2017395"/>
            <a:ext cx="2762885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交通基础设施与网络系统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9486900" y="2017395"/>
            <a:ext cx="2762885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交通运行组织与管理系统</a:t>
            </a:r>
          </a:p>
        </p:txBody>
      </p:sp>
      <p:cxnSp>
        <p:nvCxnSpPr>
          <p:cNvPr id="14" name="直接箭头连接符 13"/>
          <p:cNvCxnSpPr>
            <a:stCxn id="6" idx="2"/>
            <a:endCxn id="9" idx="0"/>
          </p:cNvCxnSpPr>
          <p:nvPr/>
        </p:nvCxnSpPr>
        <p:spPr>
          <a:xfrm flipH="1">
            <a:off x="1995805" y="1424305"/>
            <a:ext cx="4421505" cy="59309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10" idx="0"/>
          </p:cNvCxnSpPr>
          <p:nvPr/>
        </p:nvCxnSpPr>
        <p:spPr>
          <a:xfrm flipH="1">
            <a:off x="4875530" y="1414145"/>
            <a:ext cx="1504950" cy="60325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6" idx="2"/>
            <a:endCxn id="11" idx="0"/>
          </p:cNvCxnSpPr>
          <p:nvPr/>
        </p:nvCxnSpPr>
        <p:spPr>
          <a:xfrm>
            <a:off x="6400800" y="1424305"/>
            <a:ext cx="1473835" cy="59309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6400800" y="1424305"/>
            <a:ext cx="4479290" cy="59309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733425" y="4068445"/>
            <a:ext cx="2533650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交通与环境</a:t>
            </a:r>
            <a:r>
              <a:rPr lang="en-US" altLang="zh-CN"/>
              <a:t>/</a:t>
            </a:r>
            <a:r>
              <a:rPr lang="zh-CN" altLang="en-US"/>
              <a:t>能源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733425" y="3335655"/>
            <a:ext cx="2533650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交通经济与运输管理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733425" y="2676525"/>
            <a:ext cx="2533650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交通政策与法规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733425" y="4801235"/>
            <a:ext cx="2533650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系统工程与决策方法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2851150" y="3208655"/>
            <a:ext cx="2533650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居民出行需求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2939415" y="3766185"/>
            <a:ext cx="2533650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货运与物流需求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987425" y="5788660"/>
            <a:ext cx="2533650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出行行为与方式选择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987425" y="6317615"/>
            <a:ext cx="2533650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土地利用与城市空间结构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4624705" y="4237990"/>
            <a:ext cx="2533650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道路与城市道路网络</a:t>
            </a:r>
          </a:p>
        </p:txBody>
      </p:sp>
      <p:sp>
        <p:nvSpPr>
          <p:cNvPr id="28" name="圆角矩形 27"/>
          <p:cNvSpPr/>
          <p:nvPr/>
        </p:nvSpPr>
        <p:spPr>
          <a:xfrm>
            <a:off x="987425" y="6520815"/>
            <a:ext cx="2533650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城市轨道交通与铁路网络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6813550" y="5788660"/>
            <a:ext cx="2533650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综合交通枢纽与换乘设施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3968750" y="5847715"/>
            <a:ext cx="2524125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基础设施防灾与韧性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5875655" y="5095875"/>
            <a:ext cx="2524125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城市道路交通网络（极端天气）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9667875" y="2901950"/>
            <a:ext cx="2524125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交通运行调度与组织</a:t>
            </a:r>
          </a:p>
        </p:txBody>
      </p:sp>
      <p:sp>
        <p:nvSpPr>
          <p:cNvPr id="33" name="圆角矩形 32"/>
          <p:cNvSpPr/>
          <p:nvPr/>
        </p:nvSpPr>
        <p:spPr>
          <a:xfrm>
            <a:off x="9667875" y="3590290"/>
            <a:ext cx="2524125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交通流理论与控制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9667875" y="4237990"/>
            <a:ext cx="2524125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出行服务设计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9667875" y="4906010"/>
            <a:ext cx="2524125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政策诱导与出行引导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9667875" y="5574030"/>
            <a:ext cx="2524125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交通安全管理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组合 139"/>
          <p:cNvGrpSpPr/>
          <p:nvPr/>
        </p:nvGrpSpPr>
        <p:grpSpPr>
          <a:xfrm>
            <a:off x="300620" y="338138"/>
            <a:ext cx="5143500" cy="6190734"/>
            <a:chOff x="300620" y="338138"/>
            <a:chExt cx="5143500" cy="6190734"/>
          </a:xfrm>
        </p:grpSpPr>
        <p:sp>
          <p:nvSpPr>
            <p:cNvPr id="3" name="任意多边形: 形状 2"/>
            <p:cNvSpPr/>
            <p:nvPr/>
          </p:nvSpPr>
          <p:spPr>
            <a:xfrm>
              <a:off x="572711" y="985837"/>
              <a:ext cx="775420" cy="216017"/>
            </a:xfrm>
            <a:custGeom>
              <a:avLst/>
              <a:gdLst>
                <a:gd name="connsiteX0" fmla="*/ -369 w 775420"/>
                <a:gd name="connsiteY0" fmla="*/ 215983 h 216017"/>
                <a:gd name="connsiteX1" fmla="*/ 775052 w 775420"/>
                <a:gd name="connsiteY1" fmla="*/ 215983 h 216017"/>
                <a:gd name="connsiteX2" fmla="*/ 775052 w 775420"/>
                <a:gd name="connsiteY2" fmla="*/ -34 h 216017"/>
                <a:gd name="connsiteX3" fmla="*/ -369 w 775420"/>
                <a:gd name="connsiteY3" fmla="*/ -34 h 216017"/>
                <a:gd name="connsiteX4" fmla="*/ -369 w 775420"/>
                <a:gd name="connsiteY4" fmla="*/ 215983 h 21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420" h="216017">
                  <a:moveTo>
                    <a:pt x="-369" y="215983"/>
                  </a:moveTo>
                  <a:lnTo>
                    <a:pt x="775052" y="215983"/>
                  </a:lnTo>
                  <a:lnTo>
                    <a:pt x="775052" y="-34"/>
                  </a:lnTo>
                  <a:lnTo>
                    <a:pt x="-369" y="-34"/>
                  </a:lnTo>
                  <a:lnTo>
                    <a:pt x="-369" y="215983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>
              <a:off x="548270" y="2293429"/>
              <a:ext cx="778468" cy="216017"/>
            </a:xfrm>
            <a:custGeom>
              <a:avLst/>
              <a:gdLst>
                <a:gd name="connsiteX0" fmla="*/ -369 w 778468"/>
                <a:gd name="connsiteY0" fmla="*/ 215984 h 216017"/>
                <a:gd name="connsiteX1" fmla="*/ 778100 w 778468"/>
                <a:gd name="connsiteY1" fmla="*/ 215984 h 216017"/>
                <a:gd name="connsiteX2" fmla="*/ 778100 w 778468"/>
                <a:gd name="connsiteY2" fmla="*/ -34 h 216017"/>
                <a:gd name="connsiteX3" fmla="*/ -369 w 778468"/>
                <a:gd name="connsiteY3" fmla="*/ -34 h 216017"/>
                <a:gd name="connsiteX4" fmla="*/ -369 w 778468"/>
                <a:gd name="connsiteY4" fmla="*/ 215984 h 21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468" h="216017">
                  <a:moveTo>
                    <a:pt x="-369" y="215984"/>
                  </a:moveTo>
                  <a:lnTo>
                    <a:pt x="778100" y="215984"/>
                  </a:lnTo>
                  <a:lnTo>
                    <a:pt x="778100" y="-34"/>
                  </a:lnTo>
                  <a:lnTo>
                    <a:pt x="-369" y="-34"/>
                  </a:lnTo>
                  <a:lnTo>
                    <a:pt x="-369" y="215984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2558" y="4781550"/>
              <a:ext cx="819150" cy="257175"/>
            </a:xfrm>
            <a:custGeom>
              <a:avLst/>
              <a:gdLst>
                <a:gd name="connsiteX0" fmla="*/ 29 w 819150"/>
                <a:gd name="connsiteY0" fmla="*/ 468 h 257175"/>
                <a:gd name="connsiteX1" fmla="*/ 819180 w 819150"/>
                <a:gd name="connsiteY1" fmla="*/ 468 h 257175"/>
                <a:gd name="connsiteX2" fmla="*/ 819180 w 819150"/>
                <a:gd name="connsiteY2" fmla="*/ 257643 h 257175"/>
                <a:gd name="connsiteX3" fmla="*/ 29 w 819150"/>
                <a:gd name="connsiteY3" fmla="*/ 257643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150" h="257175">
                  <a:moveTo>
                    <a:pt x="29" y="468"/>
                  </a:moveTo>
                  <a:lnTo>
                    <a:pt x="819180" y="468"/>
                  </a:lnTo>
                  <a:lnTo>
                    <a:pt x="819180" y="257643"/>
                  </a:lnTo>
                  <a:lnTo>
                    <a:pt x="29" y="257643"/>
                  </a:lnTo>
                  <a:close/>
                </a:path>
              </a:pathLst>
            </a:custGeom>
          </p:spPr>
        </p:pic>
        <p:sp>
          <p:nvSpPr>
            <p:cNvPr id="6" name="任意多边形: 形状 5"/>
            <p:cNvSpPr/>
            <p:nvPr/>
          </p:nvSpPr>
          <p:spPr>
            <a:xfrm>
              <a:off x="595895" y="4786188"/>
              <a:ext cx="775325" cy="218675"/>
            </a:xfrm>
            <a:custGeom>
              <a:avLst/>
              <a:gdLst>
                <a:gd name="connsiteX0" fmla="*/ -369 w 775325"/>
                <a:gd name="connsiteY0" fmla="*/ 218641 h 218675"/>
                <a:gd name="connsiteX1" fmla="*/ 774956 w 775325"/>
                <a:gd name="connsiteY1" fmla="*/ 218641 h 218675"/>
                <a:gd name="connsiteX2" fmla="*/ 774956 w 775325"/>
                <a:gd name="connsiteY2" fmla="*/ -34 h 218675"/>
                <a:gd name="connsiteX3" fmla="*/ -369 w 775325"/>
                <a:gd name="connsiteY3" fmla="*/ -34 h 218675"/>
                <a:gd name="connsiteX4" fmla="*/ -369 w 775325"/>
                <a:gd name="connsiteY4" fmla="*/ 218641 h 21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325" h="218675">
                  <a:moveTo>
                    <a:pt x="-369" y="218641"/>
                  </a:moveTo>
                  <a:lnTo>
                    <a:pt x="774956" y="218641"/>
                  </a:lnTo>
                  <a:lnTo>
                    <a:pt x="774956" y="-34"/>
                  </a:lnTo>
                  <a:lnTo>
                    <a:pt x="-369" y="-34"/>
                  </a:lnTo>
                  <a:lnTo>
                    <a:pt x="-369" y="2186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1685260" y="985837"/>
              <a:ext cx="2720378" cy="215636"/>
            </a:xfrm>
            <a:custGeom>
              <a:avLst/>
              <a:gdLst>
                <a:gd name="connsiteX0" fmla="*/ -369 w 2720378"/>
                <a:gd name="connsiteY0" fmla="*/ 215602 h 215636"/>
                <a:gd name="connsiteX1" fmla="*/ 2720009 w 2720378"/>
                <a:gd name="connsiteY1" fmla="*/ 215602 h 215636"/>
                <a:gd name="connsiteX2" fmla="*/ 2720009 w 2720378"/>
                <a:gd name="connsiteY2" fmla="*/ -34 h 215636"/>
                <a:gd name="connsiteX3" fmla="*/ -369 w 2720378"/>
                <a:gd name="connsiteY3" fmla="*/ -34 h 215636"/>
                <a:gd name="connsiteX4" fmla="*/ -369 w 2720378"/>
                <a:gd name="connsiteY4" fmla="*/ 215602 h 215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20378" h="215636">
                  <a:moveTo>
                    <a:pt x="-369" y="215602"/>
                  </a:moveTo>
                  <a:lnTo>
                    <a:pt x="2720009" y="215602"/>
                  </a:lnTo>
                  <a:lnTo>
                    <a:pt x="2720009" y="-34"/>
                  </a:lnTo>
                  <a:lnTo>
                    <a:pt x="-369" y="-34"/>
                  </a:lnTo>
                  <a:lnTo>
                    <a:pt x="-369" y="215602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48533" y="1600199"/>
              <a:ext cx="819151" cy="266700"/>
            </a:xfrm>
            <a:custGeom>
              <a:avLst/>
              <a:gdLst>
                <a:gd name="connsiteX0" fmla="*/ 249 w 819151"/>
                <a:gd name="connsiteY0" fmla="*/ 135 h 266700"/>
                <a:gd name="connsiteX1" fmla="*/ 819400 w 819151"/>
                <a:gd name="connsiteY1" fmla="*/ 135 h 266700"/>
                <a:gd name="connsiteX2" fmla="*/ 819400 w 819151"/>
                <a:gd name="connsiteY2" fmla="*/ 266835 h 266700"/>
                <a:gd name="connsiteX3" fmla="*/ 249 w 819151"/>
                <a:gd name="connsiteY3" fmla="*/ 266835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151" h="266700">
                  <a:moveTo>
                    <a:pt x="249" y="135"/>
                  </a:moveTo>
                  <a:lnTo>
                    <a:pt x="819400" y="135"/>
                  </a:lnTo>
                  <a:lnTo>
                    <a:pt x="819400" y="266835"/>
                  </a:lnTo>
                  <a:lnTo>
                    <a:pt x="249" y="266835"/>
                  </a:lnTo>
                  <a:close/>
                </a:path>
              </a:pathLst>
            </a:custGeom>
          </p:spPr>
        </p:pic>
        <p:sp>
          <p:nvSpPr>
            <p:cNvPr id="9" name="任意多边形: 形状 8"/>
            <p:cNvSpPr/>
            <p:nvPr/>
          </p:nvSpPr>
          <p:spPr>
            <a:xfrm>
              <a:off x="2669068" y="1614659"/>
              <a:ext cx="774458" cy="219198"/>
            </a:xfrm>
            <a:custGeom>
              <a:avLst/>
              <a:gdLst>
                <a:gd name="connsiteX0" fmla="*/ -369 w 774458"/>
                <a:gd name="connsiteY0" fmla="*/ 219165 h 219198"/>
                <a:gd name="connsiteX1" fmla="*/ 774090 w 774458"/>
                <a:gd name="connsiteY1" fmla="*/ 219165 h 219198"/>
                <a:gd name="connsiteX2" fmla="*/ 774090 w 774458"/>
                <a:gd name="connsiteY2" fmla="*/ -34 h 219198"/>
                <a:gd name="connsiteX3" fmla="*/ -369 w 774458"/>
                <a:gd name="connsiteY3" fmla="*/ -34 h 219198"/>
                <a:gd name="connsiteX4" fmla="*/ -369 w 774458"/>
                <a:gd name="connsiteY4" fmla="*/ 219165 h 219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4458" h="219198">
                  <a:moveTo>
                    <a:pt x="-369" y="219165"/>
                  </a:moveTo>
                  <a:lnTo>
                    <a:pt x="774090" y="219165"/>
                  </a:lnTo>
                  <a:lnTo>
                    <a:pt x="774090" y="-34"/>
                  </a:lnTo>
                  <a:lnTo>
                    <a:pt x="-369" y="-34"/>
                  </a:lnTo>
                  <a:lnTo>
                    <a:pt x="-369" y="219165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2562265" y="2261225"/>
              <a:ext cx="990943" cy="207016"/>
            </a:xfrm>
            <a:custGeom>
              <a:avLst/>
              <a:gdLst>
                <a:gd name="connsiteX0" fmla="*/ -369 w 990943"/>
                <a:gd name="connsiteY0" fmla="*/ 206982 h 207016"/>
                <a:gd name="connsiteX1" fmla="*/ 990574 w 990943"/>
                <a:gd name="connsiteY1" fmla="*/ 206982 h 207016"/>
                <a:gd name="connsiteX2" fmla="*/ 990574 w 990943"/>
                <a:gd name="connsiteY2" fmla="*/ -34 h 207016"/>
                <a:gd name="connsiteX3" fmla="*/ -369 w 990943"/>
                <a:gd name="connsiteY3" fmla="*/ -34 h 207016"/>
                <a:gd name="connsiteX4" fmla="*/ -369 w 990943"/>
                <a:gd name="connsiteY4" fmla="*/ 206982 h 20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943" h="207016">
                  <a:moveTo>
                    <a:pt x="-369" y="206982"/>
                  </a:moveTo>
                  <a:lnTo>
                    <a:pt x="990574" y="206982"/>
                  </a:lnTo>
                  <a:lnTo>
                    <a:pt x="990574" y="-34"/>
                  </a:lnTo>
                  <a:lnTo>
                    <a:pt x="-369" y="-34"/>
                  </a:lnTo>
                  <a:lnTo>
                    <a:pt x="-369" y="206982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2684327" y="3627577"/>
              <a:ext cx="777516" cy="203977"/>
            </a:xfrm>
            <a:custGeom>
              <a:avLst/>
              <a:gdLst>
                <a:gd name="connsiteX0" fmla="*/ -369 w 777516"/>
                <a:gd name="connsiteY0" fmla="*/ 203944 h 203977"/>
                <a:gd name="connsiteX1" fmla="*/ 777148 w 777516"/>
                <a:gd name="connsiteY1" fmla="*/ 203944 h 203977"/>
                <a:gd name="connsiteX2" fmla="*/ 777148 w 777516"/>
                <a:gd name="connsiteY2" fmla="*/ -34 h 203977"/>
                <a:gd name="connsiteX3" fmla="*/ -369 w 777516"/>
                <a:gd name="connsiteY3" fmla="*/ -34 h 203977"/>
                <a:gd name="connsiteX4" fmla="*/ -369 w 777516"/>
                <a:gd name="connsiteY4" fmla="*/ 203944 h 20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516" h="203977">
                  <a:moveTo>
                    <a:pt x="-369" y="203944"/>
                  </a:moveTo>
                  <a:lnTo>
                    <a:pt x="777148" y="203944"/>
                  </a:lnTo>
                  <a:lnTo>
                    <a:pt x="777148" y="-34"/>
                  </a:lnTo>
                  <a:lnTo>
                    <a:pt x="-369" y="-34"/>
                  </a:lnTo>
                  <a:lnTo>
                    <a:pt x="-369" y="203944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2687375" y="4588335"/>
              <a:ext cx="774468" cy="219198"/>
            </a:xfrm>
            <a:custGeom>
              <a:avLst/>
              <a:gdLst>
                <a:gd name="connsiteX0" fmla="*/ -369 w 774468"/>
                <a:gd name="connsiteY0" fmla="*/ 219165 h 219198"/>
                <a:gd name="connsiteX1" fmla="*/ 774099 w 774468"/>
                <a:gd name="connsiteY1" fmla="*/ 219165 h 219198"/>
                <a:gd name="connsiteX2" fmla="*/ 774099 w 774468"/>
                <a:gd name="connsiteY2" fmla="*/ -34 h 219198"/>
                <a:gd name="connsiteX3" fmla="*/ -369 w 774468"/>
                <a:gd name="connsiteY3" fmla="*/ -34 h 219198"/>
                <a:gd name="connsiteX4" fmla="*/ -369 w 774468"/>
                <a:gd name="connsiteY4" fmla="*/ 219165 h 219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4468" h="219198">
                  <a:moveTo>
                    <a:pt x="-369" y="219165"/>
                  </a:moveTo>
                  <a:lnTo>
                    <a:pt x="774099" y="219165"/>
                  </a:lnTo>
                  <a:lnTo>
                    <a:pt x="774099" y="-34"/>
                  </a:lnTo>
                  <a:lnTo>
                    <a:pt x="-369" y="-34"/>
                  </a:lnTo>
                  <a:lnTo>
                    <a:pt x="-369" y="219165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3959868" y="5579554"/>
              <a:ext cx="664692" cy="216150"/>
            </a:xfrm>
            <a:custGeom>
              <a:avLst/>
              <a:gdLst>
                <a:gd name="connsiteX0" fmla="*/ -369 w 664692"/>
                <a:gd name="connsiteY0" fmla="*/ 216117 h 216150"/>
                <a:gd name="connsiteX1" fmla="*/ 664324 w 664692"/>
                <a:gd name="connsiteY1" fmla="*/ 216117 h 216150"/>
                <a:gd name="connsiteX2" fmla="*/ 664324 w 664692"/>
                <a:gd name="connsiteY2" fmla="*/ -34 h 216150"/>
                <a:gd name="connsiteX3" fmla="*/ -369 w 664692"/>
                <a:gd name="connsiteY3" fmla="*/ -34 h 216150"/>
                <a:gd name="connsiteX4" fmla="*/ -369 w 664692"/>
                <a:gd name="connsiteY4" fmla="*/ 216117 h 21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4692" h="216150">
                  <a:moveTo>
                    <a:pt x="-369" y="216117"/>
                  </a:moveTo>
                  <a:lnTo>
                    <a:pt x="664324" y="216117"/>
                  </a:lnTo>
                  <a:lnTo>
                    <a:pt x="664324" y="-34"/>
                  </a:lnTo>
                  <a:lnTo>
                    <a:pt x="-369" y="-34"/>
                  </a:lnTo>
                  <a:lnTo>
                    <a:pt x="-369" y="216117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881770" y="766763"/>
              <a:ext cx="1162383" cy="167491"/>
            </a:xfrm>
            <a:custGeom>
              <a:avLst/>
              <a:gdLst>
                <a:gd name="connsiteX0" fmla="*/ -369 w 1162383"/>
                <a:gd name="connsiteY0" fmla="*/ -34 h 167491"/>
                <a:gd name="connsiteX1" fmla="*/ -369 w 1162383"/>
                <a:gd name="connsiteY1" fmla="*/ 83584 h 167491"/>
                <a:gd name="connsiteX2" fmla="*/ 1162014 w 1162383"/>
                <a:gd name="connsiteY2" fmla="*/ 83584 h 167491"/>
                <a:gd name="connsiteX3" fmla="*/ 1162014 w 1162383"/>
                <a:gd name="connsiteY3" fmla="*/ 167457 h 16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2383" h="167491">
                  <a:moveTo>
                    <a:pt x="-369" y="-34"/>
                  </a:moveTo>
                  <a:lnTo>
                    <a:pt x="-369" y="83584"/>
                  </a:lnTo>
                  <a:lnTo>
                    <a:pt x="1162014" y="83584"/>
                  </a:lnTo>
                  <a:lnTo>
                    <a:pt x="1162014" y="167457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3010483" y="923925"/>
              <a:ext cx="57150" cy="56626"/>
            </a:xfrm>
            <a:custGeom>
              <a:avLst/>
              <a:gdLst>
                <a:gd name="connsiteX0" fmla="*/ 56781 w 57150"/>
                <a:gd name="connsiteY0" fmla="*/ -34 h 56626"/>
                <a:gd name="connsiteX1" fmla="*/ -369 w 57150"/>
                <a:gd name="connsiteY1" fmla="*/ -34 h 56626"/>
                <a:gd name="connsiteX2" fmla="*/ 28206 w 57150"/>
                <a:gd name="connsiteY2" fmla="*/ 56592 h 56626"/>
                <a:gd name="connsiteX3" fmla="*/ 56781 w 57150"/>
                <a:gd name="connsiteY3" fmla="*/ -34 h 5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56626">
                  <a:moveTo>
                    <a:pt x="56781" y="-34"/>
                  </a:moveTo>
                  <a:lnTo>
                    <a:pt x="-369" y="-34"/>
                  </a:lnTo>
                  <a:lnTo>
                    <a:pt x="28206" y="56592"/>
                  </a:lnTo>
                  <a:lnTo>
                    <a:pt x="56781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3043820" y="766763"/>
              <a:ext cx="9525" cy="171189"/>
            </a:xfrm>
            <a:custGeom>
              <a:avLst/>
              <a:gdLst>
                <a:gd name="connsiteX0" fmla="*/ -369 w 9525"/>
                <a:gd name="connsiteY0" fmla="*/ -34 h 171189"/>
                <a:gd name="connsiteX1" fmla="*/ -369 w 9525"/>
                <a:gd name="connsiteY1" fmla="*/ 171156 h 171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71189">
                  <a:moveTo>
                    <a:pt x="-369" y="-34"/>
                  </a:moveTo>
                  <a:lnTo>
                    <a:pt x="-369" y="171156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3010483" y="923925"/>
              <a:ext cx="57150" cy="56626"/>
            </a:xfrm>
            <a:custGeom>
              <a:avLst/>
              <a:gdLst>
                <a:gd name="connsiteX0" fmla="*/ 56781 w 57150"/>
                <a:gd name="connsiteY0" fmla="*/ -34 h 56626"/>
                <a:gd name="connsiteX1" fmla="*/ -369 w 57150"/>
                <a:gd name="connsiteY1" fmla="*/ -34 h 56626"/>
                <a:gd name="connsiteX2" fmla="*/ 28206 w 57150"/>
                <a:gd name="connsiteY2" fmla="*/ 56592 h 56626"/>
                <a:gd name="connsiteX3" fmla="*/ 56781 w 57150"/>
                <a:gd name="connsiteY3" fmla="*/ -34 h 5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56626">
                  <a:moveTo>
                    <a:pt x="56781" y="-34"/>
                  </a:moveTo>
                  <a:lnTo>
                    <a:pt x="-369" y="-34"/>
                  </a:lnTo>
                  <a:lnTo>
                    <a:pt x="28206" y="56592"/>
                  </a:lnTo>
                  <a:lnTo>
                    <a:pt x="56781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3043820" y="766763"/>
              <a:ext cx="1333376" cy="171189"/>
            </a:xfrm>
            <a:custGeom>
              <a:avLst/>
              <a:gdLst>
                <a:gd name="connsiteX0" fmla="*/ 1333007 w 1333376"/>
                <a:gd name="connsiteY0" fmla="*/ -34 h 171189"/>
                <a:gd name="connsiteX1" fmla="*/ 1333007 w 1333376"/>
                <a:gd name="connsiteY1" fmla="*/ 85431 h 171189"/>
                <a:gd name="connsiteX2" fmla="*/ -369 w 1333376"/>
                <a:gd name="connsiteY2" fmla="*/ 85431 h 171189"/>
                <a:gd name="connsiteX3" fmla="*/ -369 w 1333376"/>
                <a:gd name="connsiteY3" fmla="*/ 171156 h 171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3376" h="171189">
                  <a:moveTo>
                    <a:pt x="1333007" y="-34"/>
                  </a:moveTo>
                  <a:lnTo>
                    <a:pt x="1333007" y="85431"/>
                  </a:lnTo>
                  <a:lnTo>
                    <a:pt x="-369" y="85431"/>
                  </a:lnTo>
                  <a:lnTo>
                    <a:pt x="-369" y="171156"/>
                  </a:lnTo>
                </a:path>
              </a:pathLst>
            </a:custGeom>
            <a:noFill/>
            <a:ln w="9143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3010483" y="923925"/>
              <a:ext cx="57150" cy="56626"/>
            </a:xfrm>
            <a:custGeom>
              <a:avLst/>
              <a:gdLst>
                <a:gd name="connsiteX0" fmla="*/ 56781 w 57150"/>
                <a:gd name="connsiteY0" fmla="*/ -34 h 56626"/>
                <a:gd name="connsiteX1" fmla="*/ -369 w 57150"/>
                <a:gd name="connsiteY1" fmla="*/ -34 h 56626"/>
                <a:gd name="connsiteX2" fmla="*/ 28206 w 57150"/>
                <a:gd name="connsiteY2" fmla="*/ 56592 h 56626"/>
                <a:gd name="connsiteX3" fmla="*/ 56781 w 57150"/>
                <a:gd name="connsiteY3" fmla="*/ -34 h 5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56626">
                  <a:moveTo>
                    <a:pt x="56781" y="-34"/>
                  </a:moveTo>
                  <a:lnTo>
                    <a:pt x="-369" y="-34"/>
                  </a:lnTo>
                  <a:lnTo>
                    <a:pt x="28206" y="56592"/>
                  </a:lnTo>
                  <a:lnTo>
                    <a:pt x="56781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3062870" y="1195387"/>
              <a:ext cx="9525" cy="342642"/>
            </a:xfrm>
            <a:custGeom>
              <a:avLst/>
              <a:gdLst>
                <a:gd name="connsiteX0" fmla="*/ -369 w 9525"/>
                <a:gd name="connsiteY0" fmla="*/ -34 h 342642"/>
                <a:gd name="connsiteX1" fmla="*/ -369 w 9525"/>
                <a:gd name="connsiteY1" fmla="*/ 342609 h 342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42642">
                  <a:moveTo>
                    <a:pt x="-369" y="-34"/>
                  </a:moveTo>
                  <a:lnTo>
                    <a:pt x="-369" y="342609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3010483" y="1524000"/>
              <a:ext cx="75819" cy="76076"/>
            </a:xfrm>
            <a:custGeom>
              <a:avLst/>
              <a:gdLst>
                <a:gd name="connsiteX0" fmla="*/ 75450 w 75819"/>
                <a:gd name="connsiteY0" fmla="*/ -34 h 76076"/>
                <a:gd name="connsiteX1" fmla="*/ -369 w 75819"/>
                <a:gd name="connsiteY1" fmla="*/ -34 h 76076"/>
                <a:gd name="connsiteX2" fmla="*/ 37474 w 75819"/>
                <a:gd name="connsiteY2" fmla="*/ 76042 h 76076"/>
                <a:gd name="connsiteX3" fmla="*/ 75450 w 75819"/>
                <a:gd name="connsiteY3" fmla="*/ -34 h 7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19" h="76076">
                  <a:moveTo>
                    <a:pt x="75450" y="-34"/>
                  </a:moveTo>
                  <a:lnTo>
                    <a:pt x="-369" y="-34"/>
                  </a:lnTo>
                  <a:lnTo>
                    <a:pt x="37474" y="76042"/>
                  </a:lnTo>
                  <a:lnTo>
                    <a:pt x="75450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3062870" y="1833562"/>
              <a:ext cx="9525" cy="390020"/>
            </a:xfrm>
            <a:custGeom>
              <a:avLst/>
              <a:gdLst>
                <a:gd name="connsiteX0" fmla="*/ -369 w 9525"/>
                <a:gd name="connsiteY0" fmla="*/ -34 h 390020"/>
                <a:gd name="connsiteX1" fmla="*/ -369 w 9525"/>
                <a:gd name="connsiteY1" fmla="*/ 389986 h 39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90020">
                  <a:moveTo>
                    <a:pt x="-369" y="-34"/>
                  </a:moveTo>
                  <a:lnTo>
                    <a:pt x="-369" y="389986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3010483" y="2209800"/>
              <a:ext cx="75819" cy="47024"/>
            </a:xfrm>
            <a:custGeom>
              <a:avLst/>
              <a:gdLst>
                <a:gd name="connsiteX0" fmla="*/ 75450 w 75819"/>
                <a:gd name="connsiteY0" fmla="*/ -34 h 47024"/>
                <a:gd name="connsiteX1" fmla="*/ -369 w 75819"/>
                <a:gd name="connsiteY1" fmla="*/ -34 h 47024"/>
                <a:gd name="connsiteX2" fmla="*/ 37474 w 75819"/>
                <a:gd name="connsiteY2" fmla="*/ 46991 h 47024"/>
                <a:gd name="connsiteX3" fmla="*/ 75450 w 75819"/>
                <a:gd name="connsiteY3" fmla="*/ -34 h 47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19" h="47024">
                  <a:moveTo>
                    <a:pt x="75450" y="-34"/>
                  </a:moveTo>
                  <a:lnTo>
                    <a:pt x="-369" y="-34"/>
                  </a:lnTo>
                  <a:lnTo>
                    <a:pt x="37474" y="46991"/>
                  </a:lnTo>
                  <a:lnTo>
                    <a:pt x="75450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3062870" y="2471737"/>
              <a:ext cx="9525" cy="418852"/>
            </a:xfrm>
            <a:custGeom>
              <a:avLst/>
              <a:gdLst>
                <a:gd name="connsiteX0" fmla="*/ -369 w 9525"/>
                <a:gd name="connsiteY0" fmla="*/ -34 h 418852"/>
                <a:gd name="connsiteX1" fmla="*/ -369 w 9525"/>
                <a:gd name="connsiteY1" fmla="*/ 418818 h 41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418852">
                  <a:moveTo>
                    <a:pt x="-369" y="-34"/>
                  </a:moveTo>
                  <a:lnTo>
                    <a:pt x="-369" y="418818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3010483" y="2876550"/>
              <a:ext cx="75819" cy="47272"/>
            </a:xfrm>
            <a:custGeom>
              <a:avLst/>
              <a:gdLst>
                <a:gd name="connsiteX0" fmla="*/ 75450 w 75819"/>
                <a:gd name="connsiteY0" fmla="*/ -34 h 47272"/>
                <a:gd name="connsiteX1" fmla="*/ -369 w 75819"/>
                <a:gd name="connsiteY1" fmla="*/ -34 h 47272"/>
                <a:gd name="connsiteX2" fmla="*/ 37474 w 75819"/>
                <a:gd name="connsiteY2" fmla="*/ 47239 h 47272"/>
                <a:gd name="connsiteX3" fmla="*/ 75450 w 75819"/>
                <a:gd name="connsiteY3" fmla="*/ -34 h 4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19" h="47272">
                  <a:moveTo>
                    <a:pt x="75450" y="-34"/>
                  </a:moveTo>
                  <a:lnTo>
                    <a:pt x="-369" y="-34"/>
                  </a:lnTo>
                  <a:lnTo>
                    <a:pt x="37474" y="47239"/>
                  </a:lnTo>
                  <a:lnTo>
                    <a:pt x="75450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3062870" y="3157537"/>
              <a:ext cx="9525" cy="418595"/>
            </a:xfrm>
            <a:custGeom>
              <a:avLst/>
              <a:gdLst>
                <a:gd name="connsiteX0" fmla="*/ -369 w 9525"/>
                <a:gd name="connsiteY0" fmla="*/ -34 h 418595"/>
                <a:gd name="connsiteX1" fmla="*/ -369 w 9525"/>
                <a:gd name="connsiteY1" fmla="*/ 418561 h 418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418595">
                  <a:moveTo>
                    <a:pt x="-369" y="-34"/>
                  </a:moveTo>
                  <a:lnTo>
                    <a:pt x="-369" y="418561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3010483" y="3562350"/>
              <a:ext cx="75819" cy="57026"/>
            </a:xfrm>
            <a:custGeom>
              <a:avLst/>
              <a:gdLst>
                <a:gd name="connsiteX0" fmla="*/ 75450 w 75819"/>
                <a:gd name="connsiteY0" fmla="*/ -34 h 57026"/>
                <a:gd name="connsiteX1" fmla="*/ -369 w 75819"/>
                <a:gd name="connsiteY1" fmla="*/ -34 h 57026"/>
                <a:gd name="connsiteX2" fmla="*/ 37474 w 75819"/>
                <a:gd name="connsiteY2" fmla="*/ 56992 h 57026"/>
                <a:gd name="connsiteX3" fmla="*/ 75450 w 75819"/>
                <a:gd name="connsiteY3" fmla="*/ -34 h 57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19" h="57026">
                  <a:moveTo>
                    <a:pt x="75450" y="-34"/>
                  </a:moveTo>
                  <a:lnTo>
                    <a:pt x="-369" y="-34"/>
                  </a:lnTo>
                  <a:lnTo>
                    <a:pt x="37474" y="56992"/>
                  </a:lnTo>
                  <a:lnTo>
                    <a:pt x="75450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3043820" y="3833812"/>
              <a:ext cx="9525" cy="676151"/>
            </a:xfrm>
            <a:custGeom>
              <a:avLst/>
              <a:gdLst>
                <a:gd name="connsiteX0" fmla="*/ -369 w 9525"/>
                <a:gd name="connsiteY0" fmla="*/ -34 h 676151"/>
                <a:gd name="connsiteX1" fmla="*/ -369 w 9525"/>
                <a:gd name="connsiteY1" fmla="*/ 676117 h 67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676151">
                  <a:moveTo>
                    <a:pt x="-369" y="-34"/>
                  </a:moveTo>
                  <a:lnTo>
                    <a:pt x="-369" y="676117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3000958" y="4495800"/>
              <a:ext cx="75819" cy="85725"/>
            </a:xfrm>
            <a:custGeom>
              <a:avLst/>
              <a:gdLst>
                <a:gd name="connsiteX0" fmla="*/ 75450 w 75819"/>
                <a:gd name="connsiteY0" fmla="*/ -34 h 85725"/>
                <a:gd name="connsiteX1" fmla="*/ -369 w 75819"/>
                <a:gd name="connsiteY1" fmla="*/ -34 h 85725"/>
                <a:gd name="connsiteX2" fmla="*/ 37474 w 75819"/>
                <a:gd name="connsiteY2" fmla="*/ 85691 h 85725"/>
                <a:gd name="connsiteX3" fmla="*/ 75450 w 75819"/>
                <a:gd name="connsiteY3" fmla="*/ -3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19" h="85725">
                  <a:moveTo>
                    <a:pt x="75450" y="-34"/>
                  </a:moveTo>
                  <a:lnTo>
                    <a:pt x="-369" y="-34"/>
                  </a:lnTo>
                  <a:lnTo>
                    <a:pt x="37474" y="85691"/>
                  </a:lnTo>
                  <a:lnTo>
                    <a:pt x="75450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3081920" y="4805362"/>
              <a:ext cx="9525" cy="437769"/>
            </a:xfrm>
            <a:custGeom>
              <a:avLst/>
              <a:gdLst>
                <a:gd name="connsiteX0" fmla="*/ -369 w 9525"/>
                <a:gd name="connsiteY0" fmla="*/ -34 h 437769"/>
                <a:gd name="connsiteX1" fmla="*/ -369 w 9525"/>
                <a:gd name="connsiteY1" fmla="*/ 437735 h 437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437769">
                  <a:moveTo>
                    <a:pt x="-369" y="-34"/>
                  </a:moveTo>
                  <a:lnTo>
                    <a:pt x="-369" y="437735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3039058" y="5229225"/>
              <a:ext cx="75819" cy="56911"/>
            </a:xfrm>
            <a:custGeom>
              <a:avLst/>
              <a:gdLst>
                <a:gd name="connsiteX0" fmla="*/ 75450 w 75819"/>
                <a:gd name="connsiteY0" fmla="*/ -34 h 56911"/>
                <a:gd name="connsiteX1" fmla="*/ -369 w 75819"/>
                <a:gd name="connsiteY1" fmla="*/ -34 h 56911"/>
                <a:gd name="connsiteX2" fmla="*/ 37474 w 75819"/>
                <a:gd name="connsiteY2" fmla="*/ 56878 h 56911"/>
                <a:gd name="connsiteX3" fmla="*/ 75450 w 75819"/>
                <a:gd name="connsiteY3" fmla="*/ -34 h 56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19" h="56911">
                  <a:moveTo>
                    <a:pt x="75450" y="-34"/>
                  </a:moveTo>
                  <a:lnTo>
                    <a:pt x="-369" y="-34"/>
                  </a:lnTo>
                  <a:lnTo>
                    <a:pt x="37474" y="56878"/>
                  </a:lnTo>
                  <a:lnTo>
                    <a:pt x="75450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3043820" y="5510212"/>
              <a:ext cx="9525" cy="580901"/>
            </a:xfrm>
            <a:custGeom>
              <a:avLst/>
              <a:gdLst>
                <a:gd name="connsiteX0" fmla="*/ -369 w 9525"/>
                <a:gd name="connsiteY0" fmla="*/ -34 h 580901"/>
                <a:gd name="connsiteX1" fmla="*/ -369 w 9525"/>
                <a:gd name="connsiteY1" fmla="*/ 580867 h 580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80901">
                  <a:moveTo>
                    <a:pt x="-369" y="-34"/>
                  </a:moveTo>
                  <a:lnTo>
                    <a:pt x="-369" y="580867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3010483" y="6086475"/>
              <a:ext cx="57150" cy="47625"/>
            </a:xfrm>
            <a:custGeom>
              <a:avLst/>
              <a:gdLst>
                <a:gd name="connsiteX0" fmla="*/ 56781 w 57150"/>
                <a:gd name="connsiteY0" fmla="*/ -34 h 47625"/>
                <a:gd name="connsiteX1" fmla="*/ -369 w 57150"/>
                <a:gd name="connsiteY1" fmla="*/ -34 h 47625"/>
                <a:gd name="connsiteX2" fmla="*/ 28206 w 57150"/>
                <a:gd name="connsiteY2" fmla="*/ 47591 h 47625"/>
                <a:gd name="connsiteX3" fmla="*/ 56781 w 57150"/>
                <a:gd name="connsiteY3" fmla="*/ -3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56781" y="-34"/>
                  </a:moveTo>
                  <a:lnTo>
                    <a:pt x="-369" y="-34"/>
                  </a:lnTo>
                  <a:lnTo>
                    <a:pt x="28206" y="47591"/>
                  </a:lnTo>
                  <a:lnTo>
                    <a:pt x="56781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967370" y="1195387"/>
              <a:ext cx="9525" cy="1066285"/>
            </a:xfrm>
            <a:custGeom>
              <a:avLst/>
              <a:gdLst>
                <a:gd name="connsiteX0" fmla="*/ -369 w 9525"/>
                <a:gd name="connsiteY0" fmla="*/ -34 h 1066285"/>
                <a:gd name="connsiteX1" fmla="*/ -369 w 9525"/>
                <a:gd name="connsiteY1" fmla="*/ 1066252 h 1066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066285">
                  <a:moveTo>
                    <a:pt x="-369" y="-34"/>
                  </a:moveTo>
                  <a:lnTo>
                    <a:pt x="-369" y="1066252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924508" y="2247900"/>
              <a:ext cx="75818" cy="37814"/>
            </a:xfrm>
            <a:custGeom>
              <a:avLst/>
              <a:gdLst>
                <a:gd name="connsiteX0" fmla="*/ 75450 w 75818"/>
                <a:gd name="connsiteY0" fmla="*/ -34 h 37814"/>
                <a:gd name="connsiteX1" fmla="*/ -369 w 75818"/>
                <a:gd name="connsiteY1" fmla="*/ -34 h 37814"/>
                <a:gd name="connsiteX2" fmla="*/ 37474 w 75818"/>
                <a:gd name="connsiteY2" fmla="*/ 37780 h 37814"/>
                <a:gd name="connsiteX3" fmla="*/ 75450 w 75818"/>
                <a:gd name="connsiteY3" fmla="*/ -34 h 37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18" h="37814">
                  <a:moveTo>
                    <a:pt x="75450" y="-34"/>
                  </a:moveTo>
                  <a:lnTo>
                    <a:pt x="-369" y="-34"/>
                  </a:lnTo>
                  <a:lnTo>
                    <a:pt x="37474" y="37780"/>
                  </a:lnTo>
                  <a:lnTo>
                    <a:pt x="75450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967370" y="2509837"/>
              <a:ext cx="9525" cy="2219325"/>
            </a:xfrm>
            <a:custGeom>
              <a:avLst/>
              <a:gdLst>
                <a:gd name="connsiteX0" fmla="*/ -369 w 9525"/>
                <a:gd name="connsiteY0" fmla="*/ -34 h 2219325"/>
                <a:gd name="connsiteX1" fmla="*/ -369 w 9525"/>
                <a:gd name="connsiteY1" fmla="*/ 2219291 h 221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219325">
                  <a:moveTo>
                    <a:pt x="-369" y="-34"/>
                  </a:moveTo>
                  <a:lnTo>
                    <a:pt x="-369" y="2219291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924508" y="4714875"/>
              <a:ext cx="75818" cy="66551"/>
            </a:xfrm>
            <a:custGeom>
              <a:avLst/>
              <a:gdLst>
                <a:gd name="connsiteX0" fmla="*/ 75450 w 75818"/>
                <a:gd name="connsiteY0" fmla="*/ -34 h 66551"/>
                <a:gd name="connsiteX1" fmla="*/ -369 w 75818"/>
                <a:gd name="connsiteY1" fmla="*/ -34 h 66551"/>
                <a:gd name="connsiteX2" fmla="*/ 37474 w 75818"/>
                <a:gd name="connsiteY2" fmla="*/ 66517 h 66551"/>
                <a:gd name="connsiteX3" fmla="*/ 75450 w 75818"/>
                <a:gd name="connsiteY3" fmla="*/ -34 h 6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18" h="66551">
                  <a:moveTo>
                    <a:pt x="75450" y="-34"/>
                  </a:moveTo>
                  <a:lnTo>
                    <a:pt x="-369" y="-34"/>
                  </a:lnTo>
                  <a:lnTo>
                    <a:pt x="37474" y="66517"/>
                  </a:lnTo>
                  <a:lnTo>
                    <a:pt x="75450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967370" y="5005387"/>
              <a:ext cx="9525" cy="1047750"/>
            </a:xfrm>
            <a:custGeom>
              <a:avLst/>
              <a:gdLst>
                <a:gd name="connsiteX0" fmla="*/ -369 w 9525"/>
                <a:gd name="connsiteY0" fmla="*/ -34 h 1047750"/>
                <a:gd name="connsiteX1" fmla="*/ -369 w 9525"/>
                <a:gd name="connsiteY1" fmla="*/ 1047716 h 1047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047750">
                  <a:moveTo>
                    <a:pt x="-369" y="-34"/>
                  </a:moveTo>
                  <a:lnTo>
                    <a:pt x="-369" y="1047716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924508" y="6038850"/>
              <a:ext cx="75818" cy="95011"/>
            </a:xfrm>
            <a:custGeom>
              <a:avLst/>
              <a:gdLst>
                <a:gd name="connsiteX0" fmla="*/ 75450 w 75818"/>
                <a:gd name="connsiteY0" fmla="*/ -34 h 95011"/>
                <a:gd name="connsiteX1" fmla="*/ -369 w 75818"/>
                <a:gd name="connsiteY1" fmla="*/ -34 h 95011"/>
                <a:gd name="connsiteX2" fmla="*/ 37474 w 75818"/>
                <a:gd name="connsiteY2" fmla="*/ 94978 h 95011"/>
                <a:gd name="connsiteX3" fmla="*/ 75450 w 75818"/>
                <a:gd name="connsiteY3" fmla="*/ -34 h 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18" h="95011">
                  <a:moveTo>
                    <a:pt x="75450" y="-34"/>
                  </a:moveTo>
                  <a:lnTo>
                    <a:pt x="-369" y="-34"/>
                  </a:lnTo>
                  <a:lnTo>
                    <a:pt x="37474" y="94978"/>
                  </a:lnTo>
                  <a:lnTo>
                    <a:pt x="75450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3491495" y="1557337"/>
              <a:ext cx="428501" cy="161801"/>
            </a:xfrm>
            <a:custGeom>
              <a:avLst/>
              <a:gdLst>
                <a:gd name="connsiteX0" fmla="*/ 428132 w 428501"/>
                <a:gd name="connsiteY0" fmla="*/ -34 h 161801"/>
                <a:gd name="connsiteX1" fmla="*/ 343941 w 428501"/>
                <a:gd name="connsiteY1" fmla="*/ -34 h 161801"/>
                <a:gd name="connsiteX2" fmla="*/ 343941 w 428501"/>
                <a:gd name="connsiteY2" fmla="*/ 161767 h 161801"/>
                <a:gd name="connsiteX3" fmla="*/ -369 w 428501"/>
                <a:gd name="connsiteY3" fmla="*/ 161767 h 16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501" h="161801">
                  <a:moveTo>
                    <a:pt x="428132" y="-34"/>
                  </a:moveTo>
                  <a:lnTo>
                    <a:pt x="343941" y="-34"/>
                  </a:lnTo>
                  <a:lnTo>
                    <a:pt x="343941" y="161767"/>
                  </a:lnTo>
                  <a:lnTo>
                    <a:pt x="-369" y="161767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3439108" y="1685925"/>
              <a:ext cx="56626" cy="56626"/>
            </a:xfrm>
            <a:custGeom>
              <a:avLst/>
              <a:gdLst>
                <a:gd name="connsiteX0" fmla="*/ 56257 w 56626"/>
                <a:gd name="connsiteY0" fmla="*/ -34 h 56626"/>
                <a:gd name="connsiteX1" fmla="*/ -369 w 56626"/>
                <a:gd name="connsiteY1" fmla="*/ 28341 h 56626"/>
                <a:gd name="connsiteX2" fmla="*/ 56257 w 56626"/>
                <a:gd name="connsiteY2" fmla="*/ 56592 h 56626"/>
                <a:gd name="connsiteX3" fmla="*/ 56257 w 56626"/>
                <a:gd name="connsiteY3" fmla="*/ -34 h 5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26" h="56626">
                  <a:moveTo>
                    <a:pt x="56257" y="-34"/>
                  </a:moveTo>
                  <a:lnTo>
                    <a:pt x="-369" y="28341"/>
                  </a:lnTo>
                  <a:lnTo>
                    <a:pt x="56257" y="56592"/>
                  </a:lnTo>
                  <a:lnTo>
                    <a:pt x="56257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3491495" y="1719262"/>
              <a:ext cx="428501" cy="171316"/>
            </a:xfrm>
            <a:custGeom>
              <a:avLst/>
              <a:gdLst>
                <a:gd name="connsiteX0" fmla="*/ 428132 w 428501"/>
                <a:gd name="connsiteY0" fmla="*/ 171283 h 171316"/>
                <a:gd name="connsiteX1" fmla="*/ 343941 w 428501"/>
                <a:gd name="connsiteY1" fmla="*/ 171283 h 171316"/>
                <a:gd name="connsiteX2" fmla="*/ 343941 w 428501"/>
                <a:gd name="connsiteY2" fmla="*/ -34 h 171316"/>
                <a:gd name="connsiteX3" fmla="*/ -369 w 428501"/>
                <a:gd name="connsiteY3" fmla="*/ -34 h 171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501" h="171316">
                  <a:moveTo>
                    <a:pt x="428132" y="171283"/>
                  </a:moveTo>
                  <a:lnTo>
                    <a:pt x="343941" y="171283"/>
                  </a:lnTo>
                  <a:lnTo>
                    <a:pt x="343941" y="-34"/>
                  </a:lnTo>
                  <a:lnTo>
                    <a:pt x="-369" y="-34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3439108" y="1685925"/>
              <a:ext cx="56626" cy="56626"/>
            </a:xfrm>
            <a:custGeom>
              <a:avLst/>
              <a:gdLst>
                <a:gd name="connsiteX0" fmla="*/ 56257 w 56626"/>
                <a:gd name="connsiteY0" fmla="*/ -34 h 56626"/>
                <a:gd name="connsiteX1" fmla="*/ -369 w 56626"/>
                <a:gd name="connsiteY1" fmla="*/ 28341 h 56626"/>
                <a:gd name="connsiteX2" fmla="*/ 56257 w 56626"/>
                <a:gd name="connsiteY2" fmla="*/ 56592 h 56626"/>
                <a:gd name="connsiteX3" fmla="*/ 56257 w 56626"/>
                <a:gd name="connsiteY3" fmla="*/ -34 h 5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26" h="56626">
                  <a:moveTo>
                    <a:pt x="56257" y="-34"/>
                  </a:moveTo>
                  <a:lnTo>
                    <a:pt x="-369" y="28341"/>
                  </a:lnTo>
                  <a:lnTo>
                    <a:pt x="56257" y="56592"/>
                  </a:lnTo>
                  <a:lnTo>
                    <a:pt x="56257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3596270" y="2205037"/>
              <a:ext cx="409451" cy="170926"/>
            </a:xfrm>
            <a:custGeom>
              <a:avLst/>
              <a:gdLst>
                <a:gd name="connsiteX0" fmla="*/ 409082 w 409451"/>
                <a:gd name="connsiteY0" fmla="*/ -34 h 170926"/>
                <a:gd name="connsiteX1" fmla="*/ 328567 w 409451"/>
                <a:gd name="connsiteY1" fmla="*/ -34 h 170926"/>
                <a:gd name="connsiteX2" fmla="*/ 328567 w 409451"/>
                <a:gd name="connsiteY2" fmla="*/ 170892 h 170926"/>
                <a:gd name="connsiteX3" fmla="*/ -369 w 409451"/>
                <a:gd name="connsiteY3" fmla="*/ 170892 h 17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451" h="170926">
                  <a:moveTo>
                    <a:pt x="409082" y="-34"/>
                  </a:moveTo>
                  <a:lnTo>
                    <a:pt x="328567" y="-34"/>
                  </a:lnTo>
                  <a:lnTo>
                    <a:pt x="328567" y="170892"/>
                  </a:lnTo>
                  <a:lnTo>
                    <a:pt x="-369" y="170892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3543883" y="2343150"/>
              <a:ext cx="56626" cy="47186"/>
            </a:xfrm>
            <a:custGeom>
              <a:avLst/>
              <a:gdLst>
                <a:gd name="connsiteX0" fmla="*/ 56257 w 56626"/>
                <a:gd name="connsiteY0" fmla="*/ -34 h 47186"/>
                <a:gd name="connsiteX1" fmla="*/ -369 w 56626"/>
                <a:gd name="connsiteY1" fmla="*/ 23617 h 47186"/>
                <a:gd name="connsiteX2" fmla="*/ 56257 w 56626"/>
                <a:gd name="connsiteY2" fmla="*/ 47153 h 47186"/>
                <a:gd name="connsiteX3" fmla="*/ 56257 w 56626"/>
                <a:gd name="connsiteY3" fmla="*/ -34 h 4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26" h="47186">
                  <a:moveTo>
                    <a:pt x="56257" y="-34"/>
                  </a:moveTo>
                  <a:lnTo>
                    <a:pt x="-369" y="23617"/>
                  </a:lnTo>
                  <a:lnTo>
                    <a:pt x="56257" y="47153"/>
                  </a:lnTo>
                  <a:lnTo>
                    <a:pt x="56257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3596270" y="2376487"/>
              <a:ext cx="409451" cy="142875"/>
            </a:xfrm>
            <a:custGeom>
              <a:avLst/>
              <a:gdLst>
                <a:gd name="connsiteX0" fmla="*/ 409082 w 409451"/>
                <a:gd name="connsiteY0" fmla="*/ 142841 h 142875"/>
                <a:gd name="connsiteX1" fmla="*/ 328567 w 409451"/>
                <a:gd name="connsiteY1" fmla="*/ 142841 h 142875"/>
                <a:gd name="connsiteX2" fmla="*/ 328567 w 409451"/>
                <a:gd name="connsiteY2" fmla="*/ -34 h 142875"/>
                <a:gd name="connsiteX3" fmla="*/ -369 w 409451"/>
                <a:gd name="connsiteY3" fmla="*/ -3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451" h="142875">
                  <a:moveTo>
                    <a:pt x="409082" y="142841"/>
                  </a:moveTo>
                  <a:lnTo>
                    <a:pt x="328567" y="142841"/>
                  </a:lnTo>
                  <a:lnTo>
                    <a:pt x="328567" y="-34"/>
                  </a:lnTo>
                  <a:lnTo>
                    <a:pt x="-369" y="-34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3543883" y="2343150"/>
              <a:ext cx="56626" cy="47186"/>
            </a:xfrm>
            <a:custGeom>
              <a:avLst/>
              <a:gdLst>
                <a:gd name="connsiteX0" fmla="*/ 56257 w 56626"/>
                <a:gd name="connsiteY0" fmla="*/ -34 h 47186"/>
                <a:gd name="connsiteX1" fmla="*/ -369 w 56626"/>
                <a:gd name="connsiteY1" fmla="*/ 23617 h 47186"/>
                <a:gd name="connsiteX2" fmla="*/ 56257 w 56626"/>
                <a:gd name="connsiteY2" fmla="*/ 47153 h 47186"/>
                <a:gd name="connsiteX3" fmla="*/ 56257 w 56626"/>
                <a:gd name="connsiteY3" fmla="*/ -34 h 4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26" h="47186">
                  <a:moveTo>
                    <a:pt x="56257" y="-34"/>
                  </a:moveTo>
                  <a:lnTo>
                    <a:pt x="-369" y="23617"/>
                  </a:lnTo>
                  <a:lnTo>
                    <a:pt x="56257" y="47153"/>
                  </a:lnTo>
                  <a:lnTo>
                    <a:pt x="56257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3510545" y="4538662"/>
              <a:ext cx="419100" cy="171326"/>
            </a:xfrm>
            <a:custGeom>
              <a:avLst/>
              <a:gdLst>
                <a:gd name="connsiteX0" fmla="*/ 418731 w 419100"/>
                <a:gd name="connsiteY0" fmla="*/ -34 h 171326"/>
                <a:gd name="connsiteX1" fmla="*/ 336435 w 419100"/>
                <a:gd name="connsiteY1" fmla="*/ -34 h 171326"/>
                <a:gd name="connsiteX2" fmla="*/ 336435 w 419100"/>
                <a:gd name="connsiteY2" fmla="*/ 171292 h 171326"/>
                <a:gd name="connsiteX3" fmla="*/ -369 w 419100"/>
                <a:gd name="connsiteY3" fmla="*/ 171292 h 17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9100" h="171326">
                  <a:moveTo>
                    <a:pt x="418731" y="-34"/>
                  </a:moveTo>
                  <a:lnTo>
                    <a:pt x="336435" y="-34"/>
                  </a:lnTo>
                  <a:lnTo>
                    <a:pt x="336435" y="171292"/>
                  </a:lnTo>
                  <a:lnTo>
                    <a:pt x="-369" y="171292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3458158" y="4676775"/>
              <a:ext cx="47186" cy="47186"/>
            </a:xfrm>
            <a:custGeom>
              <a:avLst/>
              <a:gdLst>
                <a:gd name="connsiteX0" fmla="*/ 46818 w 47186"/>
                <a:gd name="connsiteY0" fmla="*/ -34 h 47186"/>
                <a:gd name="connsiteX1" fmla="*/ -369 w 47186"/>
                <a:gd name="connsiteY1" fmla="*/ 23502 h 47186"/>
                <a:gd name="connsiteX2" fmla="*/ 46818 w 47186"/>
                <a:gd name="connsiteY2" fmla="*/ 47153 h 47186"/>
                <a:gd name="connsiteX3" fmla="*/ 46818 w 47186"/>
                <a:gd name="connsiteY3" fmla="*/ -34 h 4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186" h="47186">
                  <a:moveTo>
                    <a:pt x="46818" y="-34"/>
                  </a:moveTo>
                  <a:lnTo>
                    <a:pt x="-369" y="23502"/>
                  </a:lnTo>
                  <a:lnTo>
                    <a:pt x="46818" y="47153"/>
                  </a:lnTo>
                  <a:lnTo>
                    <a:pt x="46818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3510545" y="4710112"/>
              <a:ext cx="419100" cy="113918"/>
            </a:xfrm>
            <a:custGeom>
              <a:avLst/>
              <a:gdLst>
                <a:gd name="connsiteX0" fmla="*/ 418731 w 419100"/>
                <a:gd name="connsiteY0" fmla="*/ 113885 h 113918"/>
                <a:gd name="connsiteX1" fmla="*/ 336435 w 419100"/>
                <a:gd name="connsiteY1" fmla="*/ 113885 h 113918"/>
                <a:gd name="connsiteX2" fmla="*/ 336435 w 419100"/>
                <a:gd name="connsiteY2" fmla="*/ -34 h 113918"/>
                <a:gd name="connsiteX3" fmla="*/ -369 w 419100"/>
                <a:gd name="connsiteY3" fmla="*/ -34 h 113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9100" h="113918">
                  <a:moveTo>
                    <a:pt x="418731" y="113885"/>
                  </a:moveTo>
                  <a:lnTo>
                    <a:pt x="336435" y="113885"/>
                  </a:lnTo>
                  <a:lnTo>
                    <a:pt x="336435" y="-34"/>
                  </a:lnTo>
                  <a:lnTo>
                    <a:pt x="-369" y="-34"/>
                  </a:lnTo>
                </a:path>
              </a:pathLst>
            </a:custGeom>
            <a:noFill/>
            <a:ln w="9143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3458158" y="4676775"/>
              <a:ext cx="47186" cy="47186"/>
            </a:xfrm>
            <a:custGeom>
              <a:avLst/>
              <a:gdLst>
                <a:gd name="connsiteX0" fmla="*/ 46818 w 47186"/>
                <a:gd name="connsiteY0" fmla="*/ -34 h 47186"/>
                <a:gd name="connsiteX1" fmla="*/ -369 w 47186"/>
                <a:gd name="connsiteY1" fmla="*/ 23502 h 47186"/>
                <a:gd name="connsiteX2" fmla="*/ 46818 w 47186"/>
                <a:gd name="connsiteY2" fmla="*/ 47153 h 47186"/>
                <a:gd name="connsiteX3" fmla="*/ 46818 w 47186"/>
                <a:gd name="connsiteY3" fmla="*/ -34 h 4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186" h="47186">
                  <a:moveTo>
                    <a:pt x="46818" y="-34"/>
                  </a:moveTo>
                  <a:lnTo>
                    <a:pt x="-369" y="23502"/>
                  </a:lnTo>
                  <a:lnTo>
                    <a:pt x="46818" y="47153"/>
                  </a:lnTo>
                  <a:lnTo>
                    <a:pt x="46818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3701045" y="5119687"/>
              <a:ext cx="257175" cy="285359"/>
            </a:xfrm>
            <a:custGeom>
              <a:avLst/>
              <a:gdLst>
                <a:gd name="connsiteX0" fmla="*/ 256806 w 257175"/>
                <a:gd name="connsiteY0" fmla="*/ -34 h 285359"/>
                <a:gd name="connsiteX1" fmla="*/ 173462 w 257175"/>
                <a:gd name="connsiteY1" fmla="*/ -34 h 285359"/>
                <a:gd name="connsiteX2" fmla="*/ 173462 w 257175"/>
                <a:gd name="connsiteY2" fmla="*/ 285325 h 285359"/>
                <a:gd name="connsiteX3" fmla="*/ -369 w 257175"/>
                <a:gd name="connsiteY3" fmla="*/ 285325 h 28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175" h="285359">
                  <a:moveTo>
                    <a:pt x="256806" y="-34"/>
                  </a:moveTo>
                  <a:lnTo>
                    <a:pt x="173462" y="-34"/>
                  </a:lnTo>
                  <a:lnTo>
                    <a:pt x="173462" y="285325"/>
                  </a:lnTo>
                  <a:lnTo>
                    <a:pt x="-369" y="285325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3648658" y="5372100"/>
              <a:ext cx="57150" cy="47186"/>
            </a:xfrm>
            <a:custGeom>
              <a:avLst/>
              <a:gdLst>
                <a:gd name="connsiteX0" fmla="*/ 56781 w 57150"/>
                <a:gd name="connsiteY0" fmla="*/ -34 h 47186"/>
                <a:gd name="connsiteX1" fmla="*/ -369 w 57150"/>
                <a:gd name="connsiteY1" fmla="*/ 23502 h 47186"/>
                <a:gd name="connsiteX2" fmla="*/ 56781 w 57150"/>
                <a:gd name="connsiteY2" fmla="*/ 47153 h 47186"/>
                <a:gd name="connsiteX3" fmla="*/ 56781 w 57150"/>
                <a:gd name="connsiteY3" fmla="*/ -34 h 4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186">
                  <a:moveTo>
                    <a:pt x="56781" y="-34"/>
                  </a:moveTo>
                  <a:lnTo>
                    <a:pt x="-369" y="23502"/>
                  </a:lnTo>
                  <a:lnTo>
                    <a:pt x="56781" y="47153"/>
                  </a:lnTo>
                  <a:lnTo>
                    <a:pt x="56781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3701045" y="5405437"/>
              <a:ext cx="257175" cy="9525"/>
            </a:xfrm>
            <a:custGeom>
              <a:avLst/>
              <a:gdLst>
                <a:gd name="connsiteX0" fmla="*/ 256806 w 257175"/>
                <a:gd name="connsiteY0" fmla="*/ -34 h 9525"/>
                <a:gd name="connsiteX1" fmla="*/ -369 w 257175"/>
                <a:gd name="connsiteY1" fmla="*/ -3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7175" h="9525">
                  <a:moveTo>
                    <a:pt x="256806" y="-34"/>
                  </a:moveTo>
                  <a:lnTo>
                    <a:pt x="-369" y="-34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3648658" y="5372100"/>
              <a:ext cx="57150" cy="47186"/>
            </a:xfrm>
            <a:custGeom>
              <a:avLst/>
              <a:gdLst>
                <a:gd name="connsiteX0" fmla="*/ 56781 w 57150"/>
                <a:gd name="connsiteY0" fmla="*/ -34 h 47186"/>
                <a:gd name="connsiteX1" fmla="*/ -369 w 57150"/>
                <a:gd name="connsiteY1" fmla="*/ 23502 h 47186"/>
                <a:gd name="connsiteX2" fmla="*/ 56781 w 57150"/>
                <a:gd name="connsiteY2" fmla="*/ 47153 h 47186"/>
                <a:gd name="connsiteX3" fmla="*/ 56781 w 57150"/>
                <a:gd name="connsiteY3" fmla="*/ -34 h 4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186">
                  <a:moveTo>
                    <a:pt x="56781" y="-34"/>
                  </a:moveTo>
                  <a:lnTo>
                    <a:pt x="-369" y="23502"/>
                  </a:lnTo>
                  <a:lnTo>
                    <a:pt x="56781" y="47153"/>
                  </a:lnTo>
                  <a:lnTo>
                    <a:pt x="56781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3701045" y="5405437"/>
              <a:ext cx="257175" cy="275853"/>
            </a:xfrm>
            <a:custGeom>
              <a:avLst/>
              <a:gdLst>
                <a:gd name="connsiteX0" fmla="*/ 256806 w 257175"/>
                <a:gd name="connsiteY0" fmla="*/ 275820 h 275853"/>
                <a:gd name="connsiteX1" fmla="*/ 173462 w 257175"/>
                <a:gd name="connsiteY1" fmla="*/ 275820 h 275853"/>
                <a:gd name="connsiteX2" fmla="*/ 173462 w 257175"/>
                <a:gd name="connsiteY2" fmla="*/ -34 h 275853"/>
                <a:gd name="connsiteX3" fmla="*/ -369 w 257175"/>
                <a:gd name="connsiteY3" fmla="*/ -34 h 275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175" h="275853">
                  <a:moveTo>
                    <a:pt x="256806" y="275820"/>
                  </a:moveTo>
                  <a:lnTo>
                    <a:pt x="173462" y="275820"/>
                  </a:lnTo>
                  <a:lnTo>
                    <a:pt x="173462" y="-34"/>
                  </a:lnTo>
                  <a:lnTo>
                    <a:pt x="-369" y="-34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3648658" y="5372100"/>
              <a:ext cx="57150" cy="47186"/>
            </a:xfrm>
            <a:custGeom>
              <a:avLst/>
              <a:gdLst>
                <a:gd name="connsiteX0" fmla="*/ 56781 w 57150"/>
                <a:gd name="connsiteY0" fmla="*/ -34 h 47186"/>
                <a:gd name="connsiteX1" fmla="*/ -369 w 57150"/>
                <a:gd name="connsiteY1" fmla="*/ 23502 h 47186"/>
                <a:gd name="connsiteX2" fmla="*/ 56781 w 57150"/>
                <a:gd name="connsiteY2" fmla="*/ 47153 h 47186"/>
                <a:gd name="connsiteX3" fmla="*/ 56781 w 57150"/>
                <a:gd name="connsiteY3" fmla="*/ -34 h 4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186">
                  <a:moveTo>
                    <a:pt x="56781" y="-34"/>
                  </a:moveTo>
                  <a:lnTo>
                    <a:pt x="-369" y="23502"/>
                  </a:lnTo>
                  <a:lnTo>
                    <a:pt x="56781" y="47153"/>
                  </a:lnTo>
                  <a:lnTo>
                    <a:pt x="56781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3481970" y="6091237"/>
              <a:ext cx="437902" cy="161544"/>
            </a:xfrm>
            <a:custGeom>
              <a:avLst/>
              <a:gdLst>
                <a:gd name="connsiteX0" fmla="*/ 437533 w 437902"/>
                <a:gd name="connsiteY0" fmla="*/ -34 h 161544"/>
                <a:gd name="connsiteX1" fmla="*/ 355190 w 437902"/>
                <a:gd name="connsiteY1" fmla="*/ -34 h 161544"/>
                <a:gd name="connsiteX2" fmla="*/ 355190 w 437902"/>
                <a:gd name="connsiteY2" fmla="*/ 161510 h 161544"/>
                <a:gd name="connsiteX3" fmla="*/ -369 w 437902"/>
                <a:gd name="connsiteY3" fmla="*/ 161510 h 16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902" h="161544">
                  <a:moveTo>
                    <a:pt x="437533" y="-34"/>
                  </a:moveTo>
                  <a:lnTo>
                    <a:pt x="355190" y="-34"/>
                  </a:lnTo>
                  <a:lnTo>
                    <a:pt x="355190" y="161510"/>
                  </a:lnTo>
                  <a:lnTo>
                    <a:pt x="-369" y="161510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3429583" y="6219825"/>
              <a:ext cx="56626" cy="56626"/>
            </a:xfrm>
            <a:custGeom>
              <a:avLst/>
              <a:gdLst>
                <a:gd name="connsiteX0" fmla="*/ 56257 w 56626"/>
                <a:gd name="connsiteY0" fmla="*/ -34 h 56626"/>
                <a:gd name="connsiteX1" fmla="*/ -369 w 56626"/>
                <a:gd name="connsiteY1" fmla="*/ 28208 h 56626"/>
                <a:gd name="connsiteX2" fmla="*/ 56257 w 56626"/>
                <a:gd name="connsiteY2" fmla="*/ 56592 h 56626"/>
                <a:gd name="connsiteX3" fmla="*/ 56257 w 56626"/>
                <a:gd name="connsiteY3" fmla="*/ -34 h 5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26" h="56626">
                  <a:moveTo>
                    <a:pt x="56257" y="-34"/>
                  </a:moveTo>
                  <a:lnTo>
                    <a:pt x="-369" y="28208"/>
                  </a:lnTo>
                  <a:lnTo>
                    <a:pt x="56257" y="56592"/>
                  </a:lnTo>
                  <a:lnTo>
                    <a:pt x="56257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3481970" y="6253162"/>
              <a:ext cx="437902" cy="114300"/>
            </a:xfrm>
            <a:custGeom>
              <a:avLst/>
              <a:gdLst>
                <a:gd name="connsiteX0" fmla="*/ 437533 w 437902"/>
                <a:gd name="connsiteY0" fmla="*/ 114266 h 114300"/>
                <a:gd name="connsiteX1" fmla="*/ 355190 w 437902"/>
                <a:gd name="connsiteY1" fmla="*/ 114266 h 114300"/>
                <a:gd name="connsiteX2" fmla="*/ 355190 w 437902"/>
                <a:gd name="connsiteY2" fmla="*/ -34 h 114300"/>
                <a:gd name="connsiteX3" fmla="*/ -369 w 437902"/>
                <a:gd name="connsiteY3" fmla="*/ -3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902" h="114300">
                  <a:moveTo>
                    <a:pt x="437533" y="114266"/>
                  </a:moveTo>
                  <a:lnTo>
                    <a:pt x="355190" y="114266"/>
                  </a:lnTo>
                  <a:lnTo>
                    <a:pt x="355190" y="-34"/>
                  </a:lnTo>
                  <a:lnTo>
                    <a:pt x="-369" y="-34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3429583" y="6219825"/>
              <a:ext cx="56626" cy="56626"/>
            </a:xfrm>
            <a:custGeom>
              <a:avLst/>
              <a:gdLst>
                <a:gd name="connsiteX0" fmla="*/ 56257 w 56626"/>
                <a:gd name="connsiteY0" fmla="*/ -34 h 56626"/>
                <a:gd name="connsiteX1" fmla="*/ -369 w 56626"/>
                <a:gd name="connsiteY1" fmla="*/ 28208 h 56626"/>
                <a:gd name="connsiteX2" fmla="*/ 56257 w 56626"/>
                <a:gd name="connsiteY2" fmla="*/ 56592 h 56626"/>
                <a:gd name="connsiteX3" fmla="*/ 56257 w 56626"/>
                <a:gd name="connsiteY3" fmla="*/ -34 h 5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26" h="56626">
                  <a:moveTo>
                    <a:pt x="56257" y="-34"/>
                  </a:moveTo>
                  <a:lnTo>
                    <a:pt x="-369" y="28208"/>
                  </a:lnTo>
                  <a:lnTo>
                    <a:pt x="56257" y="56592"/>
                  </a:lnTo>
                  <a:lnTo>
                    <a:pt x="56257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300620" y="1347787"/>
              <a:ext cx="5143119" cy="2855928"/>
            </a:xfrm>
            <a:custGeom>
              <a:avLst/>
              <a:gdLst>
                <a:gd name="connsiteX0" fmla="*/ -369 w 5143119"/>
                <a:gd name="connsiteY0" fmla="*/ 2855894 h 2855928"/>
                <a:gd name="connsiteX1" fmla="*/ 5142750 w 5143119"/>
                <a:gd name="connsiteY1" fmla="*/ 2855894 h 2855928"/>
                <a:gd name="connsiteX2" fmla="*/ 5142750 w 5143119"/>
                <a:gd name="connsiteY2" fmla="*/ -34 h 2855928"/>
                <a:gd name="connsiteX3" fmla="*/ -369 w 5143119"/>
                <a:gd name="connsiteY3" fmla="*/ -34 h 2855928"/>
                <a:gd name="connsiteX4" fmla="*/ -369 w 5143119"/>
                <a:gd name="connsiteY4" fmla="*/ 2855894 h 28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119" h="2855928">
                  <a:moveTo>
                    <a:pt x="-369" y="2855894"/>
                  </a:moveTo>
                  <a:lnTo>
                    <a:pt x="5142750" y="2855894"/>
                  </a:lnTo>
                  <a:lnTo>
                    <a:pt x="5142750" y="-34"/>
                  </a:lnTo>
                  <a:lnTo>
                    <a:pt x="-369" y="-34"/>
                  </a:lnTo>
                  <a:lnTo>
                    <a:pt x="-369" y="2855894"/>
                  </a:lnTo>
                  <a:close/>
                </a:path>
              </a:pathLst>
            </a:custGeom>
            <a:noFill/>
            <a:ln w="6096" cap="sq">
              <a:solidFill>
                <a:srgbClr val="000000"/>
              </a:solidFill>
              <a:custDash>
                <a:ds d="144000" sp="48000"/>
              </a:custDash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300620" y="4301566"/>
              <a:ext cx="5142861" cy="1551422"/>
            </a:xfrm>
            <a:custGeom>
              <a:avLst/>
              <a:gdLst>
                <a:gd name="connsiteX0" fmla="*/ -369 w 5142861"/>
                <a:gd name="connsiteY0" fmla="*/ 1551389 h 1551422"/>
                <a:gd name="connsiteX1" fmla="*/ 5142493 w 5142861"/>
                <a:gd name="connsiteY1" fmla="*/ 1551389 h 1551422"/>
                <a:gd name="connsiteX2" fmla="*/ 5142493 w 5142861"/>
                <a:gd name="connsiteY2" fmla="*/ -34 h 1551422"/>
                <a:gd name="connsiteX3" fmla="*/ -369 w 5142861"/>
                <a:gd name="connsiteY3" fmla="*/ -34 h 1551422"/>
                <a:gd name="connsiteX4" fmla="*/ -369 w 5142861"/>
                <a:gd name="connsiteY4" fmla="*/ 1551389 h 1551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2861" h="1551422">
                  <a:moveTo>
                    <a:pt x="-369" y="1551389"/>
                  </a:moveTo>
                  <a:lnTo>
                    <a:pt x="5142493" y="1551389"/>
                  </a:lnTo>
                  <a:lnTo>
                    <a:pt x="5142493" y="-34"/>
                  </a:lnTo>
                  <a:lnTo>
                    <a:pt x="-369" y="-34"/>
                  </a:lnTo>
                  <a:lnTo>
                    <a:pt x="-369" y="1551389"/>
                  </a:lnTo>
                  <a:close/>
                </a:path>
              </a:pathLst>
            </a:custGeom>
            <a:noFill/>
            <a:ln w="6096" cap="sq">
              <a:solidFill>
                <a:srgbClr val="000000"/>
              </a:solidFill>
              <a:custDash>
                <a:ds d="144000" sp="48000"/>
              </a:custDash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4011884" y="2119312"/>
              <a:ext cx="803443" cy="218512"/>
            </a:xfrm>
            <a:custGeom>
              <a:avLst/>
              <a:gdLst>
                <a:gd name="connsiteX0" fmla="*/ -369 w 803443"/>
                <a:gd name="connsiteY0" fmla="*/ 218479 h 218512"/>
                <a:gd name="connsiteX1" fmla="*/ 803074 w 803443"/>
                <a:gd name="connsiteY1" fmla="*/ 218479 h 218512"/>
                <a:gd name="connsiteX2" fmla="*/ 803074 w 803443"/>
                <a:gd name="connsiteY2" fmla="*/ -34 h 218512"/>
                <a:gd name="connsiteX3" fmla="*/ -369 w 803443"/>
                <a:gd name="connsiteY3" fmla="*/ -34 h 218512"/>
                <a:gd name="connsiteX4" fmla="*/ -369 w 803443"/>
                <a:gd name="connsiteY4" fmla="*/ 218479 h 21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3443" h="218512">
                  <a:moveTo>
                    <a:pt x="-369" y="218479"/>
                  </a:moveTo>
                  <a:lnTo>
                    <a:pt x="803074" y="218479"/>
                  </a:lnTo>
                  <a:lnTo>
                    <a:pt x="803074" y="-34"/>
                  </a:lnTo>
                  <a:lnTo>
                    <a:pt x="-369" y="-34"/>
                  </a:lnTo>
                  <a:lnTo>
                    <a:pt x="-369" y="218479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4011884" y="2402071"/>
              <a:ext cx="803443" cy="218513"/>
            </a:xfrm>
            <a:custGeom>
              <a:avLst/>
              <a:gdLst>
                <a:gd name="connsiteX0" fmla="*/ -369 w 803443"/>
                <a:gd name="connsiteY0" fmla="*/ 218479 h 218513"/>
                <a:gd name="connsiteX1" fmla="*/ 803074 w 803443"/>
                <a:gd name="connsiteY1" fmla="*/ 218479 h 218513"/>
                <a:gd name="connsiteX2" fmla="*/ 803074 w 803443"/>
                <a:gd name="connsiteY2" fmla="*/ -34 h 218513"/>
                <a:gd name="connsiteX3" fmla="*/ -369 w 803443"/>
                <a:gd name="connsiteY3" fmla="*/ -34 h 218513"/>
                <a:gd name="connsiteX4" fmla="*/ -369 w 803443"/>
                <a:gd name="connsiteY4" fmla="*/ 218479 h 218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3443" h="218513">
                  <a:moveTo>
                    <a:pt x="-369" y="218479"/>
                  </a:moveTo>
                  <a:lnTo>
                    <a:pt x="803074" y="218479"/>
                  </a:lnTo>
                  <a:lnTo>
                    <a:pt x="803074" y="-34"/>
                  </a:lnTo>
                  <a:lnTo>
                    <a:pt x="-369" y="-34"/>
                  </a:lnTo>
                  <a:lnTo>
                    <a:pt x="-369" y="218479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3929645" y="4420904"/>
              <a:ext cx="809539" cy="215484"/>
            </a:xfrm>
            <a:custGeom>
              <a:avLst/>
              <a:gdLst>
                <a:gd name="connsiteX0" fmla="*/ -369 w 809539"/>
                <a:gd name="connsiteY0" fmla="*/ 215450 h 215484"/>
                <a:gd name="connsiteX1" fmla="*/ 809171 w 809539"/>
                <a:gd name="connsiteY1" fmla="*/ 215450 h 215484"/>
                <a:gd name="connsiteX2" fmla="*/ 809171 w 809539"/>
                <a:gd name="connsiteY2" fmla="*/ -34 h 215484"/>
                <a:gd name="connsiteX3" fmla="*/ -369 w 809539"/>
                <a:gd name="connsiteY3" fmla="*/ -34 h 215484"/>
                <a:gd name="connsiteX4" fmla="*/ -369 w 809539"/>
                <a:gd name="connsiteY4" fmla="*/ 215450 h 215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539" h="215484">
                  <a:moveTo>
                    <a:pt x="-369" y="215450"/>
                  </a:moveTo>
                  <a:lnTo>
                    <a:pt x="809171" y="215450"/>
                  </a:lnTo>
                  <a:lnTo>
                    <a:pt x="809171" y="-34"/>
                  </a:lnTo>
                  <a:lnTo>
                    <a:pt x="-369" y="-34"/>
                  </a:lnTo>
                  <a:lnTo>
                    <a:pt x="-369" y="215450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3935741" y="4703664"/>
              <a:ext cx="803443" cy="215474"/>
            </a:xfrm>
            <a:custGeom>
              <a:avLst/>
              <a:gdLst>
                <a:gd name="connsiteX0" fmla="*/ -369 w 803443"/>
                <a:gd name="connsiteY0" fmla="*/ 215441 h 215474"/>
                <a:gd name="connsiteX1" fmla="*/ 803074 w 803443"/>
                <a:gd name="connsiteY1" fmla="*/ 215441 h 215474"/>
                <a:gd name="connsiteX2" fmla="*/ 803074 w 803443"/>
                <a:gd name="connsiteY2" fmla="*/ -34 h 215474"/>
                <a:gd name="connsiteX3" fmla="*/ -369 w 803443"/>
                <a:gd name="connsiteY3" fmla="*/ -34 h 215474"/>
                <a:gd name="connsiteX4" fmla="*/ -369 w 803443"/>
                <a:gd name="connsiteY4" fmla="*/ 215441 h 215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3443" h="215474">
                  <a:moveTo>
                    <a:pt x="-369" y="215441"/>
                  </a:moveTo>
                  <a:lnTo>
                    <a:pt x="803074" y="215441"/>
                  </a:lnTo>
                  <a:lnTo>
                    <a:pt x="803074" y="-34"/>
                  </a:lnTo>
                  <a:lnTo>
                    <a:pt x="-369" y="-34"/>
                  </a:lnTo>
                  <a:lnTo>
                    <a:pt x="-369" y="2154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300620" y="338138"/>
              <a:ext cx="5143119" cy="942412"/>
            </a:xfrm>
            <a:custGeom>
              <a:avLst/>
              <a:gdLst>
                <a:gd name="connsiteX0" fmla="*/ -369 w 5143119"/>
                <a:gd name="connsiteY0" fmla="*/ 942378 h 942412"/>
                <a:gd name="connsiteX1" fmla="*/ 5142750 w 5143119"/>
                <a:gd name="connsiteY1" fmla="*/ 942378 h 942412"/>
                <a:gd name="connsiteX2" fmla="*/ 5142750 w 5143119"/>
                <a:gd name="connsiteY2" fmla="*/ -34 h 942412"/>
                <a:gd name="connsiteX3" fmla="*/ -369 w 5143119"/>
                <a:gd name="connsiteY3" fmla="*/ -34 h 942412"/>
                <a:gd name="connsiteX4" fmla="*/ -369 w 5143119"/>
                <a:gd name="connsiteY4" fmla="*/ 942378 h 94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119" h="942412">
                  <a:moveTo>
                    <a:pt x="-369" y="942378"/>
                  </a:moveTo>
                  <a:lnTo>
                    <a:pt x="5142750" y="942378"/>
                  </a:lnTo>
                  <a:lnTo>
                    <a:pt x="5142750" y="-34"/>
                  </a:lnTo>
                  <a:lnTo>
                    <a:pt x="-369" y="-34"/>
                  </a:lnTo>
                  <a:lnTo>
                    <a:pt x="-369" y="942378"/>
                  </a:lnTo>
                  <a:close/>
                </a:path>
              </a:pathLst>
            </a:custGeom>
            <a:noFill/>
            <a:ln w="6096" cap="sq">
              <a:solidFill>
                <a:srgbClr val="000000"/>
              </a:solidFill>
              <a:custDash>
                <a:ds d="144000" sp="48000"/>
              </a:custDash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396120" y="5291137"/>
              <a:ext cx="1256680" cy="219065"/>
            </a:xfrm>
            <a:custGeom>
              <a:avLst/>
              <a:gdLst>
                <a:gd name="connsiteX0" fmla="*/ -369 w 1256680"/>
                <a:gd name="connsiteY0" fmla="*/ 219032 h 219065"/>
                <a:gd name="connsiteX1" fmla="*/ 1256312 w 1256680"/>
                <a:gd name="connsiteY1" fmla="*/ 219032 h 219065"/>
                <a:gd name="connsiteX2" fmla="*/ 1256312 w 1256680"/>
                <a:gd name="connsiteY2" fmla="*/ -34 h 219065"/>
                <a:gd name="connsiteX3" fmla="*/ -369 w 1256680"/>
                <a:gd name="connsiteY3" fmla="*/ -34 h 219065"/>
                <a:gd name="connsiteX4" fmla="*/ -369 w 1256680"/>
                <a:gd name="connsiteY4" fmla="*/ 219032 h 21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680" h="219065">
                  <a:moveTo>
                    <a:pt x="-369" y="219032"/>
                  </a:moveTo>
                  <a:lnTo>
                    <a:pt x="1256312" y="219032"/>
                  </a:lnTo>
                  <a:lnTo>
                    <a:pt x="1256312" y="-34"/>
                  </a:lnTo>
                  <a:lnTo>
                    <a:pt x="-369" y="-34"/>
                  </a:lnTo>
                  <a:lnTo>
                    <a:pt x="-369" y="219032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71" name="图片 7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62958" y="2857499"/>
              <a:ext cx="257175" cy="285750"/>
            </a:xfrm>
            <a:custGeom>
              <a:avLst/>
              <a:gdLst>
                <a:gd name="connsiteX0" fmla="*/ 352 w 257175"/>
                <a:gd name="connsiteY0" fmla="*/ 251 h 285750"/>
                <a:gd name="connsiteX1" fmla="*/ 257527 w 257175"/>
                <a:gd name="connsiteY1" fmla="*/ 251 h 285750"/>
                <a:gd name="connsiteX2" fmla="*/ 257527 w 257175"/>
                <a:gd name="connsiteY2" fmla="*/ 286001 h 285750"/>
                <a:gd name="connsiteX3" fmla="*/ 352 w 257175"/>
                <a:gd name="connsiteY3" fmla="*/ 286001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175" h="285750">
                  <a:moveTo>
                    <a:pt x="352" y="251"/>
                  </a:moveTo>
                  <a:lnTo>
                    <a:pt x="257527" y="251"/>
                  </a:lnTo>
                  <a:lnTo>
                    <a:pt x="257527" y="286001"/>
                  </a:lnTo>
                  <a:lnTo>
                    <a:pt x="352" y="286001"/>
                  </a:lnTo>
                  <a:close/>
                </a:path>
              </a:pathLst>
            </a:custGeom>
          </p:spPr>
        </p:pic>
        <p:sp>
          <p:nvSpPr>
            <p:cNvPr id="72" name="任意多边形: 形状 71"/>
            <p:cNvSpPr/>
            <p:nvPr/>
          </p:nvSpPr>
          <p:spPr>
            <a:xfrm>
              <a:off x="3967745" y="5024437"/>
              <a:ext cx="771029" cy="209045"/>
            </a:xfrm>
            <a:custGeom>
              <a:avLst/>
              <a:gdLst>
                <a:gd name="connsiteX0" fmla="*/ -369 w 771029"/>
                <a:gd name="connsiteY0" fmla="*/ 209011 h 209045"/>
                <a:gd name="connsiteX1" fmla="*/ 770661 w 771029"/>
                <a:gd name="connsiteY1" fmla="*/ 209011 h 209045"/>
                <a:gd name="connsiteX2" fmla="*/ 770661 w 771029"/>
                <a:gd name="connsiteY2" fmla="*/ -34 h 209045"/>
                <a:gd name="connsiteX3" fmla="*/ -369 w 771029"/>
                <a:gd name="connsiteY3" fmla="*/ -34 h 209045"/>
                <a:gd name="connsiteX4" fmla="*/ -369 w 771029"/>
                <a:gd name="connsiteY4" fmla="*/ 209011 h 20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029" h="209045">
                  <a:moveTo>
                    <a:pt x="-369" y="209011"/>
                  </a:moveTo>
                  <a:lnTo>
                    <a:pt x="770661" y="209011"/>
                  </a:lnTo>
                  <a:lnTo>
                    <a:pt x="770661" y="-34"/>
                  </a:lnTo>
                  <a:lnTo>
                    <a:pt x="-369" y="-34"/>
                  </a:lnTo>
                  <a:lnTo>
                    <a:pt x="-369" y="20901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300620" y="5919787"/>
              <a:ext cx="5143500" cy="609085"/>
            </a:xfrm>
            <a:custGeom>
              <a:avLst/>
              <a:gdLst>
                <a:gd name="connsiteX0" fmla="*/ -369 w 5143500"/>
                <a:gd name="connsiteY0" fmla="*/ 609052 h 609085"/>
                <a:gd name="connsiteX1" fmla="*/ 5143131 w 5143500"/>
                <a:gd name="connsiteY1" fmla="*/ 609052 h 609085"/>
                <a:gd name="connsiteX2" fmla="*/ 5143131 w 5143500"/>
                <a:gd name="connsiteY2" fmla="*/ -34 h 609085"/>
                <a:gd name="connsiteX3" fmla="*/ -369 w 5143500"/>
                <a:gd name="connsiteY3" fmla="*/ -34 h 609085"/>
                <a:gd name="connsiteX4" fmla="*/ -369 w 5143500"/>
                <a:gd name="connsiteY4" fmla="*/ 609052 h 609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500" h="609085">
                  <a:moveTo>
                    <a:pt x="-369" y="609052"/>
                  </a:moveTo>
                  <a:lnTo>
                    <a:pt x="5143131" y="609052"/>
                  </a:lnTo>
                  <a:lnTo>
                    <a:pt x="5143131" y="-34"/>
                  </a:lnTo>
                  <a:lnTo>
                    <a:pt x="-369" y="-34"/>
                  </a:lnTo>
                  <a:lnTo>
                    <a:pt x="-369" y="609052"/>
                  </a:lnTo>
                  <a:close/>
                </a:path>
              </a:pathLst>
            </a:custGeom>
            <a:noFill/>
            <a:ln w="6096" cap="sq">
              <a:solidFill>
                <a:srgbClr val="000000"/>
              </a:solidFill>
              <a:custDash>
                <a:ds d="144000" sp="48000"/>
              </a:custDash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3501020" y="3452812"/>
              <a:ext cx="342395" cy="285245"/>
            </a:xfrm>
            <a:custGeom>
              <a:avLst/>
              <a:gdLst>
                <a:gd name="connsiteX0" fmla="*/ 342026 w 342395"/>
                <a:gd name="connsiteY0" fmla="*/ -34 h 285245"/>
                <a:gd name="connsiteX1" fmla="*/ 274713 w 342395"/>
                <a:gd name="connsiteY1" fmla="*/ -34 h 285245"/>
                <a:gd name="connsiteX2" fmla="*/ 274713 w 342395"/>
                <a:gd name="connsiteY2" fmla="*/ 285211 h 285245"/>
                <a:gd name="connsiteX3" fmla="*/ -369 w 342395"/>
                <a:gd name="connsiteY3" fmla="*/ 285211 h 285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395" h="285245">
                  <a:moveTo>
                    <a:pt x="342026" y="-34"/>
                  </a:moveTo>
                  <a:lnTo>
                    <a:pt x="274713" y="-34"/>
                  </a:lnTo>
                  <a:lnTo>
                    <a:pt x="274713" y="285211"/>
                  </a:lnTo>
                  <a:lnTo>
                    <a:pt x="-369" y="285211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3458158" y="3705225"/>
              <a:ext cx="38100" cy="56626"/>
            </a:xfrm>
            <a:custGeom>
              <a:avLst/>
              <a:gdLst>
                <a:gd name="connsiteX0" fmla="*/ 37731 w 38100"/>
                <a:gd name="connsiteY0" fmla="*/ -34 h 56626"/>
                <a:gd name="connsiteX1" fmla="*/ -369 w 38100"/>
                <a:gd name="connsiteY1" fmla="*/ 28208 h 56626"/>
                <a:gd name="connsiteX2" fmla="*/ 37731 w 38100"/>
                <a:gd name="connsiteY2" fmla="*/ 56592 h 56626"/>
                <a:gd name="connsiteX3" fmla="*/ 37731 w 38100"/>
                <a:gd name="connsiteY3" fmla="*/ -34 h 5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56626">
                  <a:moveTo>
                    <a:pt x="37731" y="-34"/>
                  </a:moveTo>
                  <a:lnTo>
                    <a:pt x="-369" y="28208"/>
                  </a:lnTo>
                  <a:lnTo>
                    <a:pt x="37731" y="56592"/>
                  </a:lnTo>
                  <a:lnTo>
                    <a:pt x="37731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3501020" y="3738562"/>
              <a:ext cx="342395" cy="9525"/>
            </a:xfrm>
            <a:custGeom>
              <a:avLst/>
              <a:gdLst>
                <a:gd name="connsiteX0" fmla="*/ 342026 w 342395"/>
                <a:gd name="connsiteY0" fmla="*/ -34 h 9525"/>
                <a:gd name="connsiteX1" fmla="*/ -369 w 342395"/>
                <a:gd name="connsiteY1" fmla="*/ -3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2395" h="9525">
                  <a:moveTo>
                    <a:pt x="342026" y="-34"/>
                  </a:moveTo>
                  <a:lnTo>
                    <a:pt x="-369" y="-34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3458158" y="3705225"/>
              <a:ext cx="38100" cy="56626"/>
            </a:xfrm>
            <a:custGeom>
              <a:avLst/>
              <a:gdLst>
                <a:gd name="connsiteX0" fmla="*/ 37731 w 38100"/>
                <a:gd name="connsiteY0" fmla="*/ -34 h 56626"/>
                <a:gd name="connsiteX1" fmla="*/ -369 w 38100"/>
                <a:gd name="connsiteY1" fmla="*/ 28208 h 56626"/>
                <a:gd name="connsiteX2" fmla="*/ 37731 w 38100"/>
                <a:gd name="connsiteY2" fmla="*/ 56592 h 56626"/>
                <a:gd name="connsiteX3" fmla="*/ 37731 w 38100"/>
                <a:gd name="connsiteY3" fmla="*/ -34 h 5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56626">
                  <a:moveTo>
                    <a:pt x="37731" y="-34"/>
                  </a:moveTo>
                  <a:lnTo>
                    <a:pt x="-369" y="28208"/>
                  </a:lnTo>
                  <a:lnTo>
                    <a:pt x="37731" y="56592"/>
                  </a:lnTo>
                  <a:lnTo>
                    <a:pt x="37731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3501020" y="3738562"/>
              <a:ext cx="342395" cy="276225"/>
            </a:xfrm>
            <a:custGeom>
              <a:avLst/>
              <a:gdLst>
                <a:gd name="connsiteX0" fmla="*/ 342026 w 342395"/>
                <a:gd name="connsiteY0" fmla="*/ 276191 h 276225"/>
                <a:gd name="connsiteX1" fmla="*/ 274713 w 342395"/>
                <a:gd name="connsiteY1" fmla="*/ 276191 h 276225"/>
                <a:gd name="connsiteX2" fmla="*/ 274713 w 342395"/>
                <a:gd name="connsiteY2" fmla="*/ -34 h 276225"/>
                <a:gd name="connsiteX3" fmla="*/ -369 w 342395"/>
                <a:gd name="connsiteY3" fmla="*/ -34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395" h="276225">
                  <a:moveTo>
                    <a:pt x="342026" y="276191"/>
                  </a:moveTo>
                  <a:lnTo>
                    <a:pt x="274713" y="276191"/>
                  </a:lnTo>
                  <a:lnTo>
                    <a:pt x="274713" y="-34"/>
                  </a:lnTo>
                  <a:lnTo>
                    <a:pt x="-369" y="-34"/>
                  </a:lnTo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3458158" y="3705225"/>
              <a:ext cx="38100" cy="56626"/>
            </a:xfrm>
            <a:custGeom>
              <a:avLst/>
              <a:gdLst>
                <a:gd name="connsiteX0" fmla="*/ 37731 w 38100"/>
                <a:gd name="connsiteY0" fmla="*/ -34 h 56626"/>
                <a:gd name="connsiteX1" fmla="*/ -369 w 38100"/>
                <a:gd name="connsiteY1" fmla="*/ 28208 h 56626"/>
                <a:gd name="connsiteX2" fmla="*/ 37731 w 38100"/>
                <a:gd name="connsiteY2" fmla="*/ 56592 h 56626"/>
                <a:gd name="connsiteX3" fmla="*/ 37731 w 38100"/>
                <a:gd name="connsiteY3" fmla="*/ -34 h 5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56626">
                  <a:moveTo>
                    <a:pt x="37731" y="-34"/>
                  </a:moveTo>
                  <a:lnTo>
                    <a:pt x="-369" y="28208"/>
                  </a:lnTo>
                  <a:lnTo>
                    <a:pt x="37731" y="56592"/>
                  </a:lnTo>
                  <a:lnTo>
                    <a:pt x="37731" y="-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3843920" y="3338512"/>
              <a:ext cx="942336" cy="218112"/>
            </a:xfrm>
            <a:custGeom>
              <a:avLst/>
              <a:gdLst>
                <a:gd name="connsiteX0" fmla="*/ -369 w 942336"/>
                <a:gd name="connsiteY0" fmla="*/ 218079 h 218112"/>
                <a:gd name="connsiteX1" fmla="*/ 941968 w 942336"/>
                <a:gd name="connsiteY1" fmla="*/ 218079 h 218112"/>
                <a:gd name="connsiteX2" fmla="*/ 941968 w 942336"/>
                <a:gd name="connsiteY2" fmla="*/ -34 h 218112"/>
                <a:gd name="connsiteX3" fmla="*/ -369 w 942336"/>
                <a:gd name="connsiteY3" fmla="*/ -34 h 218112"/>
                <a:gd name="connsiteX4" fmla="*/ -369 w 942336"/>
                <a:gd name="connsiteY4" fmla="*/ 218079 h 21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336" h="218112">
                  <a:moveTo>
                    <a:pt x="-369" y="218079"/>
                  </a:moveTo>
                  <a:lnTo>
                    <a:pt x="941968" y="218079"/>
                  </a:lnTo>
                  <a:lnTo>
                    <a:pt x="941968" y="-34"/>
                  </a:lnTo>
                  <a:lnTo>
                    <a:pt x="-369" y="-34"/>
                  </a:lnTo>
                  <a:lnTo>
                    <a:pt x="-369" y="218079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3846968" y="3910955"/>
              <a:ext cx="939307" cy="218122"/>
            </a:xfrm>
            <a:custGeom>
              <a:avLst/>
              <a:gdLst>
                <a:gd name="connsiteX0" fmla="*/ -369 w 939307"/>
                <a:gd name="connsiteY0" fmla="*/ 218088 h 218122"/>
                <a:gd name="connsiteX1" fmla="*/ 938939 w 939307"/>
                <a:gd name="connsiteY1" fmla="*/ 218088 h 218122"/>
                <a:gd name="connsiteX2" fmla="*/ 938939 w 939307"/>
                <a:gd name="connsiteY2" fmla="*/ -34 h 218122"/>
                <a:gd name="connsiteX3" fmla="*/ -369 w 939307"/>
                <a:gd name="connsiteY3" fmla="*/ -34 h 218122"/>
                <a:gd name="connsiteX4" fmla="*/ -369 w 939307"/>
                <a:gd name="connsiteY4" fmla="*/ 218088 h 21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307" h="218122">
                  <a:moveTo>
                    <a:pt x="-369" y="218088"/>
                  </a:moveTo>
                  <a:lnTo>
                    <a:pt x="938939" y="218088"/>
                  </a:lnTo>
                  <a:lnTo>
                    <a:pt x="938939" y="-34"/>
                  </a:lnTo>
                  <a:lnTo>
                    <a:pt x="-369" y="-34"/>
                  </a:lnTo>
                  <a:lnTo>
                    <a:pt x="-369" y="218088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640977" y="982980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影响因素</a:t>
              </a: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1835736" y="982980"/>
              <a:ext cx="9829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石家庄新百站服</a:t>
              </a: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2626939" y="982980"/>
              <a:ext cx="16687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务质量评价体系影响因素分析</a:t>
              </a: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2758070" y="1611630"/>
              <a:ext cx="2971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指</a:t>
              </a: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2869827" y="1611630"/>
              <a:ext cx="5257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标筛选</a:t>
              </a: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4053784" y="2116455"/>
              <a:ext cx="2971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指</a:t>
              </a: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4165551" y="2116455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标重要度</a:t>
              </a: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623518" y="2287905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评价体系</a:t>
              </a: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2638693" y="2259330"/>
              <a:ext cx="8686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评价体系构建</a:t>
              </a: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4067119" y="2411730"/>
              <a:ext cx="7543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相关性分析</a:t>
              </a: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3939484" y="3345180"/>
              <a:ext cx="7543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满意度调查</a:t>
              </a: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2765376" y="3630930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问卷调查</a:t>
              </a: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3942342" y="3907155"/>
              <a:ext cx="7543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可信度分析</a:t>
              </a: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3956001" y="4421505"/>
              <a:ext cx="7543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层次分析法</a:t>
              </a: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2757432" y="4592955"/>
              <a:ext cx="2971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指</a:t>
              </a: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2869198" y="4592955"/>
              <a:ext cx="5257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标权重</a:t>
              </a: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669238" y="4783455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评价模型</a:t>
              </a: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2419742" y="5278755"/>
              <a:ext cx="773430" cy="224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SERVQUAL</a:t>
              </a: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3010035" y="5288280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模型评价</a:t>
              </a: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3982033" y="5574030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综合评价</a:t>
              </a:r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3920120" y="6262687"/>
              <a:ext cx="638175" cy="219075"/>
            </a:xfrm>
            <a:custGeom>
              <a:avLst/>
              <a:gdLst>
                <a:gd name="connsiteX0" fmla="*/ -369 w 638175"/>
                <a:gd name="connsiteY0" fmla="*/ -34 h 219075"/>
                <a:gd name="connsiteX1" fmla="*/ 637806 w 638175"/>
                <a:gd name="connsiteY1" fmla="*/ -34 h 219075"/>
                <a:gd name="connsiteX2" fmla="*/ 637806 w 638175"/>
                <a:gd name="connsiteY2" fmla="*/ 219041 h 219075"/>
                <a:gd name="connsiteX3" fmla="*/ -369 w 638175"/>
                <a:gd name="connsiteY3" fmla="*/ 219041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175" h="219075">
                  <a:moveTo>
                    <a:pt x="-369" y="-34"/>
                  </a:moveTo>
                  <a:lnTo>
                    <a:pt x="637806" y="-34"/>
                  </a:lnTo>
                  <a:lnTo>
                    <a:pt x="637806" y="219041"/>
                  </a:lnTo>
                  <a:lnTo>
                    <a:pt x="-369" y="2190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3919482" y="6269355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定量指标</a:t>
              </a: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3920120" y="5976937"/>
              <a:ext cx="638175" cy="219075"/>
            </a:xfrm>
            <a:custGeom>
              <a:avLst/>
              <a:gdLst>
                <a:gd name="connsiteX0" fmla="*/ -369 w 638175"/>
                <a:gd name="connsiteY0" fmla="*/ -34 h 219075"/>
                <a:gd name="connsiteX1" fmla="*/ 637806 w 638175"/>
                <a:gd name="connsiteY1" fmla="*/ -34 h 219075"/>
                <a:gd name="connsiteX2" fmla="*/ 637806 w 638175"/>
                <a:gd name="connsiteY2" fmla="*/ 219041 h 219075"/>
                <a:gd name="connsiteX3" fmla="*/ -369 w 638175"/>
                <a:gd name="connsiteY3" fmla="*/ 219041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175" h="219075">
                  <a:moveTo>
                    <a:pt x="-369" y="-34"/>
                  </a:moveTo>
                  <a:lnTo>
                    <a:pt x="637806" y="-34"/>
                  </a:lnTo>
                  <a:lnTo>
                    <a:pt x="637806" y="219041"/>
                  </a:lnTo>
                  <a:lnTo>
                    <a:pt x="-369" y="2190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3916948" y="5983605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定性指标</a:t>
              </a:r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2510420" y="2928937"/>
              <a:ext cx="1257300" cy="219075"/>
            </a:xfrm>
            <a:custGeom>
              <a:avLst/>
              <a:gdLst>
                <a:gd name="connsiteX0" fmla="*/ -369 w 1257300"/>
                <a:gd name="connsiteY0" fmla="*/ -34 h 219075"/>
                <a:gd name="connsiteX1" fmla="*/ 1256931 w 1257300"/>
                <a:gd name="connsiteY1" fmla="*/ -34 h 219075"/>
                <a:gd name="connsiteX2" fmla="*/ 1256931 w 1257300"/>
                <a:gd name="connsiteY2" fmla="*/ 219041 h 219075"/>
                <a:gd name="connsiteX3" fmla="*/ -369 w 1257300"/>
                <a:gd name="connsiteY3" fmla="*/ 219041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7300" h="219075">
                  <a:moveTo>
                    <a:pt x="-369" y="-34"/>
                  </a:moveTo>
                  <a:lnTo>
                    <a:pt x="1256931" y="-34"/>
                  </a:lnTo>
                  <a:lnTo>
                    <a:pt x="1256931" y="219041"/>
                  </a:lnTo>
                  <a:lnTo>
                    <a:pt x="-369" y="2190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2478987" y="2935605"/>
              <a:ext cx="2971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服</a:t>
              </a: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2592021" y="2935605"/>
              <a:ext cx="12115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务水平评价等级划分</a:t>
              </a:r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3920120" y="1795462"/>
              <a:ext cx="933450" cy="209550"/>
            </a:xfrm>
            <a:custGeom>
              <a:avLst/>
              <a:gdLst>
                <a:gd name="connsiteX0" fmla="*/ -369 w 933450"/>
                <a:gd name="connsiteY0" fmla="*/ -34 h 209550"/>
                <a:gd name="connsiteX1" fmla="*/ 933081 w 933450"/>
                <a:gd name="connsiteY1" fmla="*/ -34 h 209550"/>
                <a:gd name="connsiteX2" fmla="*/ 933081 w 933450"/>
                <a:gd name="connsiteY2" fmla="*/ 209516 h 209550"/>
                <a:gd name="connsiteX3" fmla="*/ -369 w 933450"/>
                <a:gd name="connsiteY3" fmla="*/ 209516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209550">
                  <a:moveTo>
                    <a:pt x="-369" y="-34"/>
                  </a:moveTo>
                  <a:lnTo>
                    <a:pt x="933081" y="-34"/>
                  </a:lnTo>
                  <a:lnTo>
                    <a:pt x="933081" y="209516"/>
                  </a:lnTo>
                  <a:lnTo>
                    <a:pt x="-369" y="209516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3951553" y="1802130"/>
              <a:ext cx="8686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指标层级确定</a:t>
              </a:r>
            </a:p>
          </p:txBody>
        </p:sp>
        <p:sp>
          <p:nvSpPr>
            <p:cNvPr id="111" name="任意多边形: 形状 110"/>
            <p:cNvSpPr/>
            <p:nvPr/>
          </p:nvSpPr>
          <p:spPr>
            <a:xfrm>
              <a:off x="3920120" y="1462087"/>
              <a:ext cx="933450" cy="219075"/>
            </a:xfrm>
            <a:custGeom>
              <a:avLst/>
              <a:gdLst>
                <a:gd name="connsiteX0" fmla="*/ -369 w 933450"/>
                <a:gd name="connsiteY0" fmla="*/ -34 h 219075"/>
                <a:gd name="connsiteX1" fmla="*/ 933081 w 933450"/>
                <a:gd name="connsiteY1" fmla="*/ -34 h 219075"/>
                <a:gd name="connsiteX2" fmla="*/ 933081 w 933450"/>
                <a:gd name="connsiteY2" fmla="*/ 219041 h 219075"/>
                <a:gd name="connsiteX3" fmla="*/ -369 w 933450"/>
                <a:gd name="connsiteY3" fmla="*/ 219041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219075">
                  <a:moveTo>
                    <a:pt x="-369" y="-34"/>
                  </a:moveTo>
                  <a:lnTo>
                    <a:pt x="933081" y="-34"/>
                  </a:lnTo>
                  <a:lnTo>
                    <a:pt x="933081" y="219041"/>
                  </a:lnTo>
                  <a:lnTo>
                    <a:pt x="-369" y="2190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3954096" y="1468755"/>
              <a:ext cx="4114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确立</a:t>
              </a: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4180153" y="1468755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评价维度</a:t>
              </a:r>
            </a:p>
          </p:txBody>
        </p:sp>
        <p:sp>
          <p:nvSpPr>
            <p:cNvPr id="114" name="任意多边形: 形状 113"/>
            <p:cNvSpPr/>
            <p:nvPr/>
          </p:nvSpPr>
          <p:spPr>
            <a:xfrm>
              <a:off x="3891545" y="547688"/>
              <a:ext cx="933450" cy="219075"/>
            </a:xfrm>
            <a:custGeom>
              <a:avLst/>
              <a:gdLst>
                <a:gd name="connsiteX0" fmla="*/ -369 w 933450"/>
                <a:gd name="connsiteY0" fmla="*/ -34 h 219075"/>
                <a:gd name="connsiteX1" fmla="*/ 933081 w 933450"/>
                <a:gd name="connsiteY1" fmla="*/ -34 h 219075"/>
                <a:gd name="connsiteX2" fmla="*/ 933081 w 933450"/>
                <a:gd name="connsiteY2" fmla="*/ 219041 h 219075"/>
                <a:gd name="connsiteX3" fmla="*/ -369 w 933450"/>
                <a:gd name="connsiteY3" fmla="*/ 219041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219075">
                  <a:moveTo>
                    <a:pt x="-369" y="-34"/>
                  </a:moveTo>
                  <a:lnTo>
                    <a:pt x="933081" y="-34"/>
                  </a:lnTo>
                  <a:lnTo>
                    <a:pt x="933081" y="219041"/>
                  </a:lnTo>
                  <a:lnTo>
                    <a:pt x="-369" y="2190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3928378" y="554355"/>
              <a:ext cx="4114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人本</a:t>
              </a: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4154435" y="554355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设施因素</a:t>
              </a:r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2396120" y="547688"/>
              <a:ext cx="1371600" cy="219075"/>
            </a:xfrm>
            <a:custGeom>
              <a:avLst/>
              <a:gdLst>
                <a:gd name="connsiteX0" fmla="*/ -369 w 1371600"/>
                <a:gd name="connsiteY0" fmla="*/ -34 h 219075"/>
                <a:gd name="connsiteX1" fmla="*/ 1371231 w 1371600"/>
                <a:gd name="connsiteY1" fmla="*/ -34 h 219075"/>
                <a:gd name="connsiteX2" fmla="*/ 1371231 w 1371600"/>
                <a:gd name="connsiteY2" fmla="*/ 219041 h 219075"/>
                <a:gd name="connsiteX3" fmla="*/ -369 w 1371600"/>
                <a:gd name="connsiteY3" fmla="*/ 219041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1600" h="219075">
                  <a:moveTo>
                    <a:pt x="-369" y="-34"/>
                  </a:moveTo>
                  <a:lnTo>
                    <a:pt x="1371231" y="-34"/>
                  </a:lnTo>
                  <a:lnTo>
                    <a:pt x="1371231" y="219041"/>
                  </a:lnTo>
                  <a:lnTo>
                    <a:pt x="-369" y="2190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2477397" y="554355"/>
              <a:ext cx="12115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相关法律和政策因素</a:t>
              </a:r>
            </a:p>
          </p:txBody>
        </p:sp>
        <p:sp>
          <p:nvSpPr>
            <p:cNvPr id="119" name="任意多边形: 形状 118"/>
            <p:cNvSpPr/>
            <p:nvPr/>
          </p:nvSpPr>
          <p:spPr>
            <a:xfrm>
              <a:off x="1338845" y="547688"/>
              <a:ext cx="942975" cy="219075"/>
            </a:xfrm>
            <a:custGeom>
              <a:avLst/>
              <a:gdLst>
                <a:gd name="connsiteX0" fmla="*/ -369 w 942975"/>
                <a:gd name="connsiteY0" fmla="*/ -34 h 219075"/>
                <a:gd name="connsiteX1" fmla="*/ 942606 w 942975"/>
                <a:gd name="connsiteY1" fmla="*/ -34 h 219075"/>
                <a:gd name="connsiteX2" fmla="*/ 942606 w 942975"/>
                <a:gd name="connsiteY2" fmla="*/ 219041 h 219075"/>
                <a:gd name="connsiteX3" fmla="*/ -369 w 942975"/>
                <a:gd name="connsiteY3" fmla="*/ 219041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975" h="219075">
                  <a:moveTo>
                    <a:pt x="-369" y="-34"/>
                  </a:moveTo>
                  <a:lnTo>
                    <a:pt x="942606" y="-34"/>
                  </a:lnTo>
                  <a:lnTo>
                    <a:pt x="942606" y="219041"/>
                  </a:lnTo>
                  <a:lnTo>
                    <a:pt x="-369" y="2190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1377898" y="554355"/>
              <a:ext cx="8686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乘客出行因素</a:t>
              </a:r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2662820" y="6138862"/>
              <a:ext cx="771525" cy="219075"/>
            </a:xfrm>
            <a:custGeom>
              <a:avLst/>
              <a:gdLst>
                <a:gd name="connsiteX0" fmla="*/ -369 w 771525"/>
                <a:gd name="connsiteY0" fmla="*/ -34 h 219075"/>
                <a:gd name="connsiteX1" fmla="*/ 771156 w 771525"/>
                <a:gd name="connsiteY1" fmla="*/ -34 h 219075"/>
                <a:gd name="connsiteX2" fmla="*/ 771156 w 771525"/>
                <a:gd name="connsiteY2" fmla="*/ 219041 h 219075"/>
                <a:gd name="connsiteX3" fmla="*/ -369 w 771525"/>
                <a:gd name="connsiteY3" fmla="*/ 219041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1525" h="219075">
                  <a:moveTo>
                    <a:pt x="-369" y="-34"/>
                  </a:moveTo>
                  <a:lnTo>
                    <a:pt x="771156" y="-34"/>
                  </a:lnTo>
                  <a:lnTo>
                    <a:pt x="771156" y="219041"/>
                  </a:lnTo>
                  <a:lnTo>
                    <a:pt x="-369" y="2190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2728857" y="6155055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改进意见</a:t>
              </a:r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548270" y="6138862"/>
              <a:ext cx="781050" cy="219075"/>
            </a:xfrm>
            <a:custGeom>
              <a:avLst/>
              <a:gdLst>
                <a:gd name="connsiteX0" fmla="*/ -369 w 781050"/>
                <a:gd name="connsiteY0" fmla="*/ -34 h 219075"/>
                <a:gd name="connsiteX1" fmla="*/ 780681 w 781050"/>
                <a:gd name="connsiteY1" fmla="*/ -34 h 219075"/>
                <a:gd name="connsiteX2" fmla="*/ 780681 w 781050"/>
                <a:gd name="connsiteY2" fmla="*/ 219041 h 219075"/>
                <a:gd name="connsiteX3" fmla="*/ -369 w 781050"/>
                <a:gd name="connsiteY3" fmla="*/ 219041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050" h="219075">
                  <a:moveTo>
                    <a:pt x="-369" y="-34"/>
                  </a:moveTo>
                  <a:lnTo>
                    <a:pt x="780681" y="-34"/>
                  </a:lnTo>
                  <a:lnTo>
                    <a:pt x="780681" y="219041"/>
                  </a:lnTo>
                  <a:lnTo>
                    <a:pt x="-369" y="2190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621613" y="6155055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评价结果</a:t>
              </a:r>
            </a:p>
          </p:txBody>
        </p:sp>
        <p:sp>
          <p:nvSpPr>
            <p:cNvPr id="125" name="任意多边形: 形状 124"/>
            <p:cNvSpPr/>
            <p:nvPr/>
          </p:nvSpPr>
          <p:spPr>
            <a:xfrm>
              <a:off x="3967745" y="5291137"/>
              <a:ext cx="866775" cy="219075"/>
            </a:xfrm>
            <a:custGeom>
              <a:avLst/>
              <a:gdLst>
                <a:gd name="connsiteX0" fmla="*/ -369 w 866775"/>
                <a:gd name="connsiteY0" fmla="*/ -34 h 219075"/>
                <a:gd name="connsiteX1" fmla="*/ 866406 w 866775"/>
                <a:gd name="connsiteY1" fmla="*/ -34 h 219075"/>
                <a:gd name="connsiteX2" fmla="*/ 866406 w 866775"/>
                <a:gd name="connsiteY2" fmla="*/ 219041 h 219075"/>
                <a:gd name="connsiteX3" fmla="*/ -369 w 866775"/>
                <a:gd name="connsiteY3" fmla="*/ 219041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775" h="219075">
                  <a:moveTo>
                    <a:pt x="-369" y="-34"/>
                  </a:moveTo>
                  <a:lnTo>
                    <a:pt x="866406" y="-34"/>
                  </a:lnTo>
                  <a:lnTo>
                    <a:pt x="866406" y="219041"/>
                  </a:lnTo>
                  <a:lnTo>
                    <a:pt x="-369" y="2190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3961392" y="5297805"/>
              <a:ext cx="7543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模型操作步</a:t>
              </a:r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4532892" y="5297805"/>
              <a:ext cx="2971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骤</a:t>
              </a: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3843920" y="3624262"/>
              <a:ext cx="942975" cy="219075"/>
            </a:xfrm>
            <a:custGeom>
              <a:avLst/>
              <a:gdLst>
                <a:gd name="connsiteX0" fmla="*/ -369 w 942975"/>
                <a:gd name="connsiteY0" fmla="*/ -34 h 219075"/>
                <a:gd name="connsiteX1" fmla="*/ 942606 w 942975"/>
                <a:gd name="connsiteY1" fmla="*/ -34 h 219075"/>
                <a:gd name="connsiteX2" fmla="*/ 942606 w 942975"/>
                <a:gd name="connsiteY2" fmla="*/ 219041 h 219075"/>
                <a:gd name="connsiteX3" fmla="*/ -369 w 942975"/>
                <a:gd name="connsiteY3" fmla="*/ 219041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975" h="219075">
                  <a:moveTo>
                    <a:pt x="-369" y="-34"/>
                  </a:moveTo>
                  <a:lnTo>
                    <a:pt x="942606" y="-34"/>
                  </a:lnTo>
                  <a:lnTo>
                    <a:pt x="942606" y="219041"/>
                  </a:lnTo>
                  <a:lnTo>
                    <a:pt x="-369" y="2190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3937903" y="3630930"/>
              <a:ext cx="4114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期望</a:t>
              </a:r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4163960" y="3630930"/>
              <a:ext cx="5257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值调查</a:t>
              </a:r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4024895" y="3043237"/>
              <a:ext cx="666750" cy="219075"/>
            </a:xfrm>
            <a:custGeom>
              <a:avLst/>
              <a:gdLst>
                <a:gd name="connsiteX0" fmla="*/ -369 w 666750"/>
                <a:gd name="connsiteY0" fmla="*/ -34 h 219075"/>
                <a:gd name="connsiteX1" fmla="*/ 666381 w 666750"/>
                <a:gd name="connsiteY1" fmla="*/ -34 h 219075"/>
                <a:gd name="connsiteX2" fmla="*/ 666381 w 666750"/>
                <a:gd name="connsiteY2" fmla="*/ 219041 h 219075"/>
                <a:gd name="connsiteX3" fmla="*/ -369 w 666750"/>
                <a:gd name="connsiteY3" fmla="*/ 219041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0" h="219075">
                  <a:moveTo>
                    <a:pt x="-369" y="-34"/>
                  </a:moveTo>
                  <a:lnTo>
                    <a:pt x="666381" y="-34"/>
                  </a:lnTo>
                  <a:lnTo>
                    <a:pt x="666381" y="219041"/>
                  </a:lnTo>
                  <a:lnTo>
                    <a:pt x="-369" y="219041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" name="文本框 131"/>
            <p:cNvSpPr txBox="1"/>
            <p:nvPr/>
          </p:nvSpPr>
          <p:spPr>
            <a:xfrm>
              <a:off x="4036011" y="3049905"/>
              <a:ext cx="5257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定量指</a:t>
              </a:r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4378911" y="3049905"/>
              <a:ext cx="2971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标</a:t>
              </a:r>
            </a:p>
          </p:txBody>
        </p:sp>
        <p:sp>
          <p:nvSpPr>
            <p:cNvPr id="134" name="任意多边形: 形状 133"/>
            <p:cNvSpPr/>
            <p:nvPr/>
          </p:nvSpPr>
          <p:spPr>
            <a:xfrm>
              <a:off x="4024895" y="2776537"/>
              <a:ext cx="666750" cy="209550"/>
            </a:xfrm>
            <a:custGeom>
              <a:avLst/>
              <a:gdLst>
                <a:gd name="connsiteX0" fmla="*/ -369 w 666750"/>
                <a:gd name="connsiteY0" fmla="*/ -34 h 209550"/>
                <a:gd name="connsiteX1" fmla="*/ 666381 w 666750"/>
                <a:gd name="connsiteY1" fmla="*/ -34 h 209550"/>
                <a:gd name="connsiteX2" fmla="*/ 666381 w 666750"/>
                <a:gd name="connsiteY2" fmla="*/ 209516 h 209550"/>
                <a:gd name="connsiteX3" fmla="*/ -369 w 666750"/>
                <a:gd name="connsiteY3" fmla="*/ 209516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0" h="209550">
                  <a:moveTo>
                    <a:pt x="-369" y="-34"/>
                  </a:moveTo>
                  <a:lnTo>
                    <a:pt x="666381" y="-34"/>
                  </a:lnTo>
                  <a:lnTo>
                    <a:pt x="666381" y="209516"/>
                  </a:lnTo>
                  <a:lnTo>
                    <a:pt x="-369" y="209516"/>
                  </a:lnTo>
                  <a:close/>
                </a:path>
              </a:pathLst>
            </a:custGeom>
            <a:noFill/>
            <a:ln w="9144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4036011" y="2783205"/>
              <a:ext cx="5257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定性指</a:t>
              </a: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4378911" y="2783205"/>
              <a:ext cx="2971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标</a:t>
              </a:r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3995682" y="4707255"/>
              <a:ext cx="563880" cy="224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CRITIC</a:t>
              </a: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4370338" y="4716780"/>
              <a:ext cx="2971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法</a:t>
              </a: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4016637" y="5031105"/>
              <a:ext cx="640080" cy="205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  <a:rtl val="0"/>
                </a:rPr>
                <a:t>模型原理</a:t>
              </a:r>
            </a:p>
          </p:txBody>
        </p:sp>
      </p:grpSp>
      <p:pic>
        <p:nvPicPr>
          <p:cNvPr id="141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699" y="398145"/>
            <a:ext cx="8218805" cy="60617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005" y="398145"/>
            <a:ext cx="8218805" cy="60617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/>
          <p:cNvGrpSpPr/>
          <p:nvPr/>
        </p:nvGrpSpPr>
        <p:grpSpPr>
          <a:xfrm>
            <a:off x="1968500" y="935990"/>
            <a:ext cx="9455150" cy="5016500"/>
            <a:chOff x="3100" y="1474"/>
            <a:chExt cx="14890" cy="7900"/>
          </a:xfrm>
        </p:grpSpPr>
        <p:sp>
          <p:nvSpPr>
            <p:cNvPr id="29" name="矩形 28"/>
            <p:cNvSpPr/>
            <p:nvPr/>
          </p:nvSpPr>
          <p:spPr>
            <a:xfrm>
              <a:off x="14272" y="3216"/>
              <a:ext cx="3718" cy="615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dk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666" y="3216"/>
              <a:ext cx="3523" cy="615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dk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6939" y="3216"/>
              <a:ext cx="3644" cy="615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dk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3100" y="3216"/>
              <a:ext cx="3763" cy="615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dk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4546" y="3522"/>
              <a:ext cx="3241" cy="633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交通运行组织与管理系统</a:t>
              </a:r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14543" y="4569"/>
              <a:ext cx="1516" cy="1084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交通运行调度与组织</a:t>
              </a: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16255" y="4569"/>
              <a:ext cx="1532" cy="1084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交通流理论与控制</a:t>
              </a: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14546" y="6067"/>
              <a:ext cx="3242" cy="568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出行服务设计</a:t>
              </a: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14543" y="7049"/>
              <a:ext cx="3243" cy="588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政策诱导与出行引导</a:t>
              </a:r>
            </a:p>
          </p:txBody>
        </p:sp>
        <p:sp>
          <p:nvSpPr>
            <p:cNvPr id="36" name="圆角矩形 35"/>
            <p:cNvSpPr/>
            <p:nvPr/>
          </p:nvSpPr>
          <p:spPr>
            <a:xfrm>
              <a:off x="14543" y="8051"/>
              <a:ext cx="3242" cy="603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交通安全管理</a:t>
              </a:r>
            </a:p>
          </p:txBody>
        </p:sp>
        <p:sp>
          <p:nvSpPr>
            <p:cNvPr id="25" name="箭头: 下 24"/>
            <p:cNvSpPr/>
            <p:nvPr/>
          </p:nvSpPr>
          <p:spPr>
            <a:xfrm>
              <a:off x="15116" y="4164"/>
              <a:ext cx="370" cy="396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0779" y="3510"/>
              <a:ext cx="3240" cy="633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交通基础设施与网络系统</a:t>
              </a: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10779" y="4474"/>
              <a:ext cx="1515" cy="1091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道路与城市道路网络</a:t>
              </a:r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10778" y="7049"/>
              <a:ext cx="3240" cy="580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基础设施防灾与韧性</a:t>
              </a: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10778" y="6067"/>
              <a:ext cx="3240" cy="568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综合交通枢纽与换乘设施</a:t>
              </a:r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12489" y="4475"/>
              <a:ext cx="1530" cy="1090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城市轨道交通与铁路网络</a:t>
              </a: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10778" y="8053"/>
              <a:ext cx="3239" cy="84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城市道路交通网络（极端天气）</a:t>
              </a: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7130" y="1474"/>
              <a:ext cx="6889" cy="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综合交通运输系统研究领域</a:t>
              </a: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3398" y="3510"/>
              <a:ext cx="3346" cy="655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外部环境与支撑系统</a:t>
              </a: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3398" y="5698"/>
              <a:ext cx="3346" cy="648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交通与环境/能源</a:t>
              </a:r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3398" y="6791"/>
              <a:ext cx="3346" cy="643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交通经济与运输管理</a:t>
              </a: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3398" y="4610"/>
              <a:ext cx="3346" cy="643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交通政策与法规</a:t>
              </a: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3398" y="7879"/>
              <a:ext cx="3346" cy="648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系统工程与决策方法</a:t>
              </a: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7130" y="3500"/>
              <a:ext cx="3252" cy="643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交通需求与出行行为分析</a:t>
              </a: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7103" y="4470"/>
              <a:ext cx="1516" cy="1095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居民出行需求</a:t>
              </a: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9065" y="4475"/>
              <a:ext cx="1317" cy="2316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货运与物流需求</a:t>
              </a: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7029" y="6067"/>
              <a:ext cx="1591" cy="724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出行行为与方式选择</a:t>
              </a: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7030" y="7739"/>
              <a:ext cx="3352" cy="588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土地利用与城市空间结构</a:t>
              </a:r>
            </a:p>
          </p:txBody>
        </p:sp>
        <p:cxnSp>
          <p:nvCxnSpPr>
            <p:cNvPr id="37" name="直接箭头连接符 36"/>
            <p:cNvCxnSpPr>
              <a:stCxn id="6" idx="2"/>
              <a:endCxn id="61" idx="0"/>
            </p:cNvCxnSpPr>
            <p:nvPr/>
          </p:nvCxnSpPr>
          <p:spPr>
            <a:xfrm flipH="1">
              <a:off x="4982" y="2196"/>
              <a:ext cx="5593" cy="102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6" idx="2"/>
              <a:endCxn id="17" idx="0"/>
            </p:cNvCxnSpPr>
            <p:nvPr/>
          </p:nvCxnSpPr>
          <p:spPr>
            <a:xfrm flipH="1">
              <a:off x="8761" y="2196"/>
              <a:ext cx="1814" cy="102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>
              <a:stCxn id="6" idx="2"/>
              <a:endCxn id="18" idx="0"/>
            </p:cNvCxnSpPr>
            <p:nvPr/>
          </p:nvCxnSpPr>
          <p:spPr>
            <a:xfrm>
              <a:off x="10575" y="2196"/>
              <a:ext cx="1853" cy="102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endCxn id="29" idx="0"/>
            </p:cNvCxnSpPr>
            <p:nvPr/>
          </p:nvCxnSpPr>
          <p:spPr>
            <a:xfrm>
              <a:off x="10605" y="2197"/>
              <a:ext cx="5526" cy="101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1" name="箭头: 下 24"/>
            <p:cNvSpPr/>
            <p:nvPr/>
          </p:nvSpPr>
          <p:spPr>
            <a:xfrm>
              <a:off x="16846" y="4155"/>
              <a:ext cx="370" cy="396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箭头: 下 24"/>
            <p:cNvSpPr/>
            <p:nvPr/>
          </p:nvSpPr>
          <p:spPr>
            <a:xfrm>
              <a:off x="15979" y="6635"/>
              <a:ext cx="370" cy="415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箭头: 下 24"/>
            <p:cNvSpPr/>
            <p:nvPr/>
          </p:nvSpPr>
          <p:spPr>
            <a:xfrm>
              <a:off x="15979" y="7638"/>
              <a:ext cx="370" cy="415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6" name="直接箭头连接符 45"/>
            <p:cNvCxnSpPr>
              <a:stCxn id="32" idx="2"/>
              <a:endCxn id="34" idx="0"/>
            </p:cNvCxnSpPr>
            <p:nvPr/>
          </p:nvCxnSpPr>
          <p:spPr>
            <a:xfrm>
              <a:off x="15301" y="5653"/>
              <a:ext cx="866" cy="41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33" idx="2"/>
              <a:endCxn id="34" idx="0"/>
            </p:cNvCxnSpPr>
            <p:nvPr/>
          </p:nvCxnSpPr>
          <p:spPr>
            <a:xfrm flipH="1">
              <a:off x="16167" y="5653"/>
              <a:ext cx="854" cy="41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8" name="箭头: 下 24"/>
            <p:cNvSpPr/>
            <p:nvPr/>
          </p:nvSpPr>
          <p:spPr>
            <a:xfrm>
              <a:off x="11351" y="4144"/>
              <a:ext cx="370" cy="331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箭头: 下 24"/>
            <p:cNvSpPr/>
            <p:nvPr/>
          </p:nvSpPr>
          <p:spPr>
            <a:xfrm>
              <a:off x="13097" y="4144"/>
              <a:ext cx="370" cy="331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箭头: 下 24"/>
            <p:cNvSpPr/>
            <p:nvPr/>
          </p:nvSpPr>
          <p:spPr>
            <a:xfrm>
              <a:off x="11351" y="5569"/>
              <a:ext cx="370" cy="498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箭头: 下 24"/>
            <p:cNvSpPr/>
            <p:nvPr/>
          </p:nvSpPr>
          <p:spPr>
            <a:xfrm>
              <a:off x="13097" y="5565"/>
              <a:ext cx="370" cy="498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箭头: 下 24"/>
            <p:cNvSpPr/>
            <p:nvPr/>
          </p:nvSpPr>
          <p:spPr>
            <a:xfrm>
              <a:off x="12212" y="6635"/>
              <a:ext cx="370" cy="415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箭头: 下 24"/>
            <p:cNvSpPr/>
            <p:nvPr/>
          </p:nvSpPr>
          <p:spPr>
            <a:xfrm>
              <a:off x="12212" y="7629"/>
              <a:ext cx="370" cy="415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箭头: 下 24"/>
            <p:cNvSpPr/>
            <p:nvPr/>
          </p:nvSpPr>
          <p:spPr>
            <a:xfrm>
              <a:off x="7676" y="4139"/>
              <a:ext cx="370" cy="331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箭头: 下 24"/>
            <p:cNvSpPr/>
            <p:nvPr/>
          </p:nvSpPr>
          <p:spPr>
            <a:xfrm>
              <a:off x="9539" y="4144"/>
              <a:ext cx="370" cy="331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箭头: 下 24"/>
            <p:cNvSpPr/>
            <p:nvPr/>
          </p:nvSpPr>
          <p:spPr>
            <a:xfrm>
              <a:off x="7676" y="5565"/>
              <a:ext cx="370" cy="498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9" name="直接箭头连接符 58"/>
            <p:cNvCxnSpPr>
              <a:stCxn id="15" idx="2"/>
              <a:endCxn id="26" idx="0"/>
            </p:cNvCxnSpPr>
            <p:nvPr/>
          </p:nvCxnSpPr>
          <p:spPr>
            <a:xfrm>
              <a:off x="7825" y="6791"/>
              <a:ext cx="881" cy="94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>
              <a:stCxn id="14" idx="2"/>
              <a:endCxn id="26" idx="0"/>
            </p:cNvCxnSpPr>
            <p:nvPr/>
          </p:nvCxnSpPr>
          <p:spPr>
            <a:xfrm flipH="1">
              <a:off x="8706" y="6791"/>
              <a:ext cx="1018" cy="94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2" name="箭头: 下 24"/>
            <p:cNvSpPr/>
            <p:nvPr/>
          </p:nvSpPr>
          <p:spPr>
            <a:xfrm>
              <a:off x="4796" y="4165"/>
              <a:ext cx="370" cy="404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箭头: 下 24"/>
            <p:cNvSpPr/>
            <p:nvPr/>
          </p:nvSpPr>
          <p:spPr>
            <a:xfrm>
              <a:off x="4796" y="5253"/>
              <a:ext cx="370" cy="404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箭头: 下 24"/>
            <p:cNvSpPr/>
            <p:nvPr/>
          </p:nvSpPr>
          <p:spPr>
            <a:xfrm>
              <a:off x="4796" y="6346"/>
              <a:ext cx="370" cy="404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箭头: 下 24"/>
            <p:cNvSpPr/>
            <p:nvPr/>
          </p:nvSpPr>
          <p:spPr>
            <a:xfrm>
              <a:off x="4796" y="7434"/>
              <a:ext cx="370" cy="404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609725" y="1008380"/>
            <a:ext cx="364045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0" name="图片 20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73825" y="5214620"/>
            <a:ext cx="5149215" cy="1518920"/>
          </a:xfrm>
          <a:prstGeom prst="rect">
            <a:avLst/>
          </a:prstGeom>
          <a:noFill/>
        </p:spPr>
      </p:pic>
      <p:grpSp>
        <p:nvGrpSpPr>
          <p:cNvPr id="39" name="组合 38"/>
          <p:cNvGrpSpPr/>
          <p:nvPr/>
        </p:nvGrpSpPr>
        <p:grpSpPr>
          <a:xfrm>
            <a:off x="1839595" y="882015"/>
            <a:ext cx="328930" cy="251460"/>
            <a:chOff x="2956" y="1389"/>
            <a:chExt cx="518" cy="396"/>
          </a:xfrm>
        </p:grpSpPr>
        <p:sp>
          <p:nvSpPr>
            <p:cNvPr id="7" name="椭圆 6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2476500" y="882015"/>
            <a:ext cx="328930" cy="252095"/>
            <a:chOff x="2956" y="1389"/>
            <a:chExt cx="518" cy="397"/>
          </a:xfrm>
        </p:grpSpPr>
        <p:sp>
          <p:nvSpPr>
            <p:cNvPr id="41" name="椭圆 40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S2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114040" y="882015"/>
            <a:ext cx="328930" cy="252095"/>
            <a:chOff x="2956" y="1389"/>
            <a:chExt cx="518" cy="397"/>
          </a:xfrm>
        </p:grpSpPr>
        <p:sp>
          <p:nvSpPr>
            <p:cNvPr id="44" name="椭圆 43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S3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3790315" y="882015"/>
            <a:ext cx="328930" cy="252095"/>
            <a:chOff x="2956" y="1389"/>
            <a:chExt cx="518" cy="397"/>
          </a:xfrm>
        </p:grpSpPr>
        <p:sp>
          <p:nvSpPr>
            <p:cNvPr id="50" name="椭圆 49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S4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466590" y="883920"/>
            <a:ext cx="328930" cy="252095"/>
            <a:chOff x="2956" y="1389"/>
            <a:chExt cx="518" cy="397"/>
          </a:xfrm>
        </p:grpSpPr>
        <p:sp>
          <p:nvSpPr>
            <p:cNvPr id="53" name="椭圆 52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S5</a:t>
              </a:r>
            </a:p>
          </p:txBody>
        </p:sp>
      </p:grpSp>
      <p:cxnSp>
        <p:nvCxnSpPr>
          <p:cNvPr id="87" name="直接连接符 86"/>
          <p:cNvCxnSpPr/>
          <p:nvPr/>
        </p:nvCxnSpPr>
        <p:spPr>
          <a:xfrm>
            <a:off x="6001385" y="1008380"/>
            <a:ext cx="364045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8" name="组合 87"/>
          <p:cNvGrpSpPr/>
          <p:nvPr/>
        </p:nvGrpSpPr>
        <p:grpSpPr>
          <a:xfrm>
            <a:off x="6231255" y="882015"/>
            <a:ext cx="328930" cy="252095"/>
            <a:chOff x="2956" y="1389"/>
            <a:chExt cx="518" cy="397"/>
          </a:xfrm>
        </p:grpSpPr>
        <p:sp>
          <p:nvSpPr>
            <p:cNvPr id="89" name="椭圆 88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S6</a:t>
              </a: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6868160" y="882015"/>
            <a:ext cx="328930" cy="252095"/>
            <a:chOff x="2956" y="1389"/>
            <a:chExt cx="518" cy="397"/>
          </a:xfrm>
        </p:grpSpPr>
        <p:sp>
          <p:nvSpPr>
            <p:cNvPr id="92" name="椭圆 91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S7</a:t>
              </a: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7505700" y="882015"/>
            <a:ext cx="328930" cy="252095"/>
            <a:chOff x="2956" y="1389"/>
            <a:chExt cx="518" cy="397"/>
          </a:xfrm>
        </p:grpSpPr>
        <p:sp>
          <p:nvSpPr>
            <p:cNvPr id="95" name="椭圆 94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S8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8181975" y="882015"/>
            <a:ext cx="328930" cy="252095"/>
            <a:chOff x="2956" y="1389"/>
            <a:chExt cx="518" cy="397"/>
          </a:xfrm>
        </p:grpSpPr>
        <p:sp>
          <p:nvSpPr>
            <p:cNvPr id="98" name="椭圆 97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S9</a:t>
              </a: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8858250" y="883920"/>
            <a:ext cx="328930" cy="252095"/>
            <a:chOff x="2956" y="1389"/>
            <a:chExt cx="518" cy="397"/>
          </a:xfrm>
        </p:grpSpPr>
        <p:sp>
          <p:nvSpPr>
            <p:cNvPr id="101" name="椭圆 100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</p:grpSp>
      <p:cxnSp>
        <p:nvCxnSpPr>
          <p:cNvPr id="103" name="直接连接符 102"/>
          <p:cNvCxnSpPr/>
          <p:nvPr/>
        </p:nvCxnSpPr>
        <p:spPr>
          <a:xfrm>
            <a:off x="1609725" y="2410460"/>
            <a:ext cx="364045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04" name="组合 103"/>
          <p:cNvGrpSpPr/>
          <p:nvPr/>
        </p:nvGrpSpPr>
        <p:grpSpPr>
          <a:xfrm>
            <a:off x="1839595" y="2284095"/>
            <a:ext cx="328930" cy="251460"/>
            <a:chOff x="2956" y="1389"/>
            <a:chExt cx="518" cy="396"/>
          </a:xfrm>
        </p:grpSpPr>
        <p:sp>
          <p:nvSpPr>
            <p:cNvPr id="105" name="椭圆 104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2476500" y="2284095"/>
            <a:ext cx="328930" cy="252095"/>
            <a:chOff x="2956" y="1389"/>
            <a:chExt cx="518" cy="397"/>
          </a:xfrm>
        </p:grpSpPr>
        <p:sp>
          <p:nvSpPr>
            <p:cNvPr id="108" name="椭圆 107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S2</a:t>
              </a: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3114040" y="2284095"/>
            <a:ext cx="328930" cy="252095"/>
            <a:chOff x="2956" y="1389"/>
            <a:chExt cx="518" cy="397"/>
          </a:xfrm>
        </p:grpSpPr>
        <p:sp>
          <p:nvSpPr>
            <p:cNvPr id="111" name="椭圆 110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S3</a:t>
              </a: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3790315" y="2284095"/>
            <a:ext cx="328930" cy="252095"/>
            <a:chOff x="2956" y="1389"/>
            <a:chExt cx="518" cy="397"/>
          </a:xfrm>
        </p:grpSpPr>
        <p:sp>
          <p:nvSpPr>
            <p:cNvPr id="114" name="椭圆 113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S4</a:t>
              </a:r>
            </a:p>
          </p:txBody>
        </p:sp>
      </p:grpSp>
      <p:grpSp>
        <p:nvGrpSpPr>
          <p:cNvPr id="116" name="组合 115"/>
          <p:cNvGrpSpPr/>
          <p:nvPr/>
        </p:nvGrpSpPr>
        <p:grpSpPr>
          <a:xfrm>
            <a:off x="4466590" y="2286000"/>
            <a:ext cx="328930" cy="252095"/>
            <a:chOff x="2956" y="1389"/>
            <a:chExt cx="518" cy="397"/>
          </a:xfrm>
        </p:grpSpPr>
        <p:sp>
          <p:nvSpPr>
            <p:cNvPr id="117" name="椭圆 116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S5</a:t>
              </a:r>
            </a:p>
          </p:txBody>
        </p:sp>
      </p:grpSp>
      <p:cxnSp>
        <p:nvCxnSpPr>
          <p:cNvPr id="119" name="直接连接符 118"/>
          <p:cNvCxnSpPr/>
          <p:nvPr/>
        </p:nvCxnSpPr>
        <p:spPr>
          <a:xfrm>
            <a:off x="6001385" y="2410460"/>
            <a:ext cx="364045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0" name="组合 119"/>
          <p:cNvGrpSpPr/>
          <p:nvPr/>
        </p:nvGrpSpPr>
        <p:grpSpPr>
          <a:xfrm>
            <a:off x="6231255" y="2284095"/>
            <a:ext cx="328930" cy="251460"/>
            <a:chOff x="2956" y="1389"/>
            <a:chExt cx="518" cy="396"/>
          </a:xfrm>
        </p:grpSpPr>
        <p:sp>
          <p:nvSpPr>
            <p:cNvPr id="121" name="椭圆 120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6868160" y="2284095"/>
            <a:ext cx="328930" cy="252095"/>
            <a:chOff x="2956" y="1389"/>
            <a:chExt cx="518" cy="397"/>
          </a:xfrm>
        </p:grpSpPr>
        <p:sp>
          <p:nvSpPr>
            <p:cNvPr id="124" name="椭圆 123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S2</a:t>
              </a: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7505700" y="2284095"/>
            <a:ext cx="328930" cy="252095"/>
            <a:chOff x="2956" y="1389"/>
            <a:chExt cx="518" cy="397"/>
          </a:xfrm>
        </p:grpSpPr>
        <p:sp>
          <p:nvSpPr>
            <p:cNvPr id="127" name="椭圆 126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128" name="文本框 127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S3</a:t>
              </a: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8181975" y="2284095"/>
            <a:ext cx="328930" cy="252095"/>
            <a:chOff x="2956" y="1389"/>
            <a:chExt cx="518" cy="397"/>
          </a:xfrm>
        </p:grpSpPr>
        <p:sp>
          <p:nvSpPr>
            <p:cNvPr id="130" name="椭圆 129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S4</a:t>
              </a: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8858250" y="2286000"/>
            <a:ext cx="328930" cy="252095"/>
            <a:chOff x="2956" y="1389"/>
            <a:chExt cx="518" cy="397"/>
          </a:xfrm>
        </p:grpSpPr>
        <p:sp>
          <p:nvSpPr>
            <p:cNvPr id="133" name="椭圆 132"/>
            <p:cNvSpPr/>
            <p:nvPr/>
          </p:nvSpPr>
          <p:spPr>
            <a:xfrm>
              <a:off x="3017" y="1389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134" name="文本框 133"/>
            <p:cNvSpPr txBox="1"/>
            <p:nvPr/>
          </p:nvSpPr>
          <p:spPr>
            <a:xfrm>
              <a:off x="2956" y="1420"/>
              <a:ext cx="51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/>
              <a:r>
                <a:rPr lang="en-US" altLang="zh-CN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S5</a:t>
              </a:r>
            </a:p>
          </p:txBody>
        </p:sp>
      </p:grpSp>
      <p:pic>
        <p:nvPicPr>
          <p:cNvPr id="135" name="图片 134" descr="地铁列车矢量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030" y="2687955"/>
            <a:ext cx="3043555" cy="2282825"/>
          </a:xfrm>
          <a:prstGeom prst="rect">
            <a:avLst/>
          </a:prstGeom>
        </p:spPr>
      </p:pic>
      <p:pic>
        <p:nvPicPr>
          <p:cNvPr id="138" name="图片 137" descr="地铁列车矢量图"/>
          <p:cNvPicPr>
            <a:picLocks noChangeAspect="1"/>
          </p:cNvPicPr>
          <p:nvPr/>
        </p:nvPicPr>
        <p:blipFill>
          <a:blip r:embed="rId3"/>
          <a:srcRect l="70431" t="10793" r="8033" b="67093"/>
          <a:stretch>
            <a:fillRect/>
          </a:stretch>
        </p:blipFill>
        <p:spPr>
          <a:xfrm>
            <a:off x="6473825" y="4022725"/>
            <a:ext cx="268605" cy="178435"/>
          </a:xfrm>
          <a:prstGeom prst="rect">
            <a:avLst/>
          </a:prstGeom>
        </p:spPr>
      </p:pic>
      <p:pic>
        <p:nvPicPr>
          <p:cNvPr id="139" name="图片 1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950" y="3359785"/>
            <a:ext cx="935990" cy="41656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60" y="3919854"/>
            <a:ext cx="4139565" cy="2458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83474" y="351939"/>
            <a:ext cx="6310312" cy="24503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64424" y="459095"/>
            <a:ext cx="6326197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64424" y="1015355"/>
            <a:ext cx="6326197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endCxn id="4" idx="3"/>
          </p:cNvCxnSpPr>
          <p:nvPr/>
        </p:nvCxnSpPr>
        <p:spPr>
          <a:xfrm>
            <a:off x="564424" y="1571615"/>
            <a:ext cx="6329362" cy="5477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64424" y="2120255"/>
            <a:ext cx="6326197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64424" y="2684135"/>
            <a:ext cx="6326197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583474" y="2802244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855062" y="2802244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3109981" y="2802244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4374425" y="2802244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636487" y="2802244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893787" y="2802244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/>
          <p:cNvSpPr/>
          <p:nvPr/>
        </p:nvSpPr>
        <p:spPr>
          <a:xfrm>
            <a:off x="226834" y="338434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26834" y="894694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S-1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226834" y="1450954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S-2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226834" y="1999594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S-3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226834" y="2563474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S-4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2976109" y="2846053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00800" imgH="4267200" progId="Equation.DSMT4">
                  <p:embed/>
                </p:oleObj>
              </mc:Choice>
              <mc:Fallback>
                <p:oleObj name="Equation" r:id="rId2" imgW="6400800" imgH="4267200" progId="Equation.DSMT4">
                  <p:embed/>
                  <p:pic>
                    <p:nvPicPr>
                      <p:cNvPr id="46" name="对象 4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76109" y="2846053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4241075" y="2846053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00800" imgH="4267200" progId="Equation.DSMT4">
                  <p:embed/>
                </p:oleObj>
              </mc:Choice>
              <mc:Fallback>
                <p:oleObj name="Equation" r:id="rId4" imgW="6400800" imgH="4267200" progId="Equation.DSMT4">
                  <p:embed/>
                  <p:pic>
                    <p:nvPicPr>
                      <p:cNvPr id="48" name="对象 4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41075" y="2846053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/>
        </p:nvGraphicFramePr>
        <p:xfrm>
          <a:off x="5506041" y="2846053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00800" imgH="4267200" progId="Equation.DSMT4">
                  <p:embed/>
                </p:oleObj>
              </mc:Choice>
              <mc:Fallback>
                <p:oleObj name="Equation" r:id="rId6" imgW="6400800" imgH="4267200" progId="Equation.DSMT4">
                  <p:embed/>
                  <p:pic>
                    <p:nvPicPr>
                      <p:cNvPr id="49" name="对象 4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06041" y="2846053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6760437" y="2846053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00800" imgH="4267200" progId="Equation.DSMT4">
                  <p:embed/>
                </p:oleObj>
              </mc:Choice>
              <mc:Fallback>
                <p:oleObj name="Equation" r:id="rId8" imgW="6400800" imgH="4267200" progId="Equation.DSMT4">
                  <p:embed/>
                  <p:pic>
                    <p:nvPicPr>
                      <p:cNvPr id="50" name="对象 4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60437" y="2846053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对象 81"/>
          <p:cNvGraphicFramePr>
            <a:graphicFrameLocks noChangeAspect="1"/>
          </p:cNvGraphicFramePr>
          <p:nvPr/>
        </p:nvGraphicFramePr>
        <p:xfrm>
          <a:off x="1756909" y="2849076"/>
          <a:ext cx="190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2000" imgH="4267200" progId="Equation.DSMT4">
                  <p:embed/>
                </p:oleObj>
              </mc:Choice>
              <mc:Fallback>
                <p:oleObj name="Equation" r:id="rId10" imgW="4572000" imgH="4267200" progId="Equation.DSMT4">
                  <p:embed/>
                  <p:pic>
                    <p:nvPicPr>
                      <p:cNvPr id="82" name="对象 8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56909" y="2849076"/>
                        <a:ext cx="190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对象 83"/>
          <p:cNvGraphicFramePr>
            <a:graphicFrameLocks noChangeAspect="1"/>
          </p:cNvGraphicFramePr>
          <p:nvPr/>
        </p:nvGraphicFramePr>
        <p:xfrm>
          <a:off x="520246" y="2849076"/>
          <a:ext cx="127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48000" imgH="4267200" progId="Equation.DSMT4">
                  <p:embed/>
                </p:oleObj>
              </mc:Choice>
              <mc:Fallback>
                <p:oleObj name="Equation" r:id="rId12" imgW="3048000" imgH="4267200" progId="Equation.DSMT4">
                  <p:embed/>
                  <p:pic>
                    <p:nvPicPr>
                      <p:cNvPr id="84" name="对象 8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20246" y="2849076"/>
                        <a:ext cx="1270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矩形 85"/>
          <p:cNvSpPr/>
          <p:nvPr/>
        </p:nvSpPr>
        <p:spPr>
          <a:xfrm>
            <a:off x="4026470" y="3629397"/>
            <a:ext cx="7567748" cy="24503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7" name="直接连接符 86"/>
          <p:cNvCxnSpPr/>
          <p:nvPr/>
        </p:nvCxnSpPr>
        <p:spPr>
          <a:xfrm>
            <a:off x="4007420" y="3736553"/>
            <a:ext cx="7586798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4007420" y="4292813"/>
            <a:ext cx="7586798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4007420" y="4849073"/>
            <a:ext cx="7586798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4007420" y="5397713"/>
            <a:ext cx="7586798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4007420" y="5961593"/>
            <a:ext cx="7586798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4026470" y="6079702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5298058" y="6079702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6552977" y="6079702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7817421" y="6079702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9079483" y="6079702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10336783" y="6079702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>
            <a:off x="11594218" y="6079702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: 圆角 98"/>
          <p:cNvSpPr/>
          <p:nvPr/>
        </p:nvSpPr>
        <p:spPr>
          <a:xfrm>
            <a:off x="3669830" y="3615892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矩形: 圆角 99"/>
          <p:cNvSpPr/>
          <p:nvPr/>
        </p:nvSpPr>
        <p:spPr>
          <a:xfrm>
            <a:off x="3669830" y="4172152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S-1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3669830" y="4728412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S-2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3669830" y="5277052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S-3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3669830" y="5840932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S-4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3841073" y="6093207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5" name="对象 104"/>
          <p:cNvGraphicFramePr>
            <a:graphicFrameLocks noChangeAspect="1"/>
          </p:cNvGraphicFramePr>
          <p:nvPr/>
        </p:nvGraphicFramePr>
        <p:xfrm>
          <a:off x="5214580" y="6138461"/>
          <a:ext cx="16192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0660" imgH="189865" progId="Equation.DSMT4">
                  <p:embed/>
                </p:oleObj>
              </mc:Choice>
              <mc:Fallback>
                <p:oleObj name="Equation" r:id="rId14" imgW="200660" imgH="189865" progId="Equation.DSMT4">
                  <p:embed/>
                  <p:pic>
                    <p:nvPicPr>
                      <p:cNvPr id="105" name="对象 10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14580" y="6138461"/>
                        <a:ext cx="161925" cy="150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对象 105"/>
          <p:cNvGraphicFramePr>
            <a:graphicFrameLocks noChangeAspect="1"/>
          </p:cNvGraphicFramePr>
          <p:nvPr/>
        </p:nvGraphicFramePr>
        <p:xfrm>
          <a:off x="6419105" y="6123511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400800" imgH="4267200" progId="Equation.DSMT4">
                  <p:embed/>
                </p:oleObj>
              </mc:Choice>
              <mc:Fallback>
                <p:oleObj name="Equation" r:id="rId16" imgW="6400800" imgH="4267200" progId="Equation.DSMT4">
                  <p:embed/>
                  <p:pic>
                    <p:nvPicPr>
                      <p:cNvPr id="106" name="对象 10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19105" y="6123511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对象 106"/>
          <p:cNvGraphicFramePr>
            <a:graphicFrameLocks noChangeAspect="1"/>
          </p:cNvGraphicFramePr>
          <p:nvPr/>
        </p:nvGraphicFramePr>
        <p:xfrm>
          <a:off x="7684071" y="6123511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400800" imgH="4267200" progId="Equation.DSMT4">
                  <p:embed/>
                </p:oleObj>
              </mc:Choice>
              <mc:Fallback>
                <p:oleObj name="Equation" r:id="rId17" imgW="6400800" imgH="4267200" progId="Equation.DSMT4">
                  <p:embed/>
                  <p:pic>
                    <p:nvPicPr>
                      <p:cNvPr id="107" name="对象 10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84071" y="6123511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对象 107"/>
          <p:cNvGraphicFramePr>
            <a:graphicFrameLocks noChangeAspect="1"/>
          </p:cNvGraphicFramePr>
          <p:nvPr/>
        </p:nvGraphicFramePr>
        <p:xfrm>
          <a:off x="8949037" y="6123511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400800" imgH="4267200" progId="Equation.DSMT4">
                  <p:embed/>
                </p:oleObj>
              </mc:Choice>
              <mc:Fallback>
                <p:oleObj name="Equation" r:id="rId18" imgW="6400800" imgH="4267200" progId="Equation.DSMT4">
                  <p:embed/>
                  <p:pic>
                    <p:nvPicPr>
                      <p:cNvPr id="108" name="对象 10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49037" y="6123511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对象 108"/>
          <p:cNvGraphicFramePr>
            <a:graphicFrameLocks noChangeAspect="1"/>
          </p:cNvGraphicFramePr>
          <p:nvPr/>
        </p:nvGraphicFramePr>
        <p:xfrm>
          <a:off x="10203433" y="6123511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400800" imgH="4267200" progId="Equation.DSMT4">
                  <p:embed/>
                </p:oleObj>
              </mc:Choice>
              <mc:Fallback>
                <p:oleObj name="Equation" r:id="rId19" imgW="6400800" imgH="4267200" progId="Equation.DSMT4">
                  <p:embed/>
                  <p:pic>
                    <p:nvPicPr>
                      <p:cNvPr id="109" name="对象 10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203433" y="6123511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对象 109"/>
          <p:cNvGraphicFramePr>
            <a:graphicFrameLocks noChangeAspect="1"/>
          </p:cNvGraphicFramePr>
          <p:nvPr/>
        </p:nvGraphicFramePr>
        <p:xfrm>
          <a:off x="11457829" y="6123511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400800" imgH="4267200" progId="Equation.DSMT4">
                  <p:embed/>
                </p:oleObj>
              </mc:Choice>
              <mc:Fallback>
                <p:oleObj name="Equation" r:id="rId20" imgW="6400800" imgH="4267200" progId="Equation.DSMT4">
                  <p:embed/>
                  <p:pic>
                    <p:nvPicPr>
                      <p:cNvPr id="110" name="对象 10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57829" y="6123511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490" y="2878679"/>
            <a:ext cx="602615" cy="267970"/>
          </a:xfrm>
          <a:prstGeom prst="rect">
            <a:avLst/>
          </a:prstGeom>
        </p:spPr>
      </p:pic>
      <p:sp>
        <p:nvSpPr>
          <p:cNvPr id="89" name="矩形 88"/>
          <p:cNvSpPr/>
          <p:nvPr/>
        </p:nvSpPr>
        <p:spPr>
          <a:xfrm>
            <a:off x="7148195" y="588645"/>
            <a:ext cx="1447800" cy="577215"/>
          </a:xfrm>
          <a:prstGeom prst="rect">
            <a:avLst/>
          </a:prstGeom>
          <a:pattFill prst="wdUpDiag">
            <a:fgClr>
              <a:schemeClr val="accent6"/>
            </a:fgClr>
            <a:bgClr>
              <a:schemeClr val="bg1"/>
            </a:bgClr>
          </a:patt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accent6"/>
                </a:solidFill>
              </a:ln>
              <a:solidFill>
                <a:schemeClr val="accent6"/>
              </a:solidFill>
            </a:endParaRP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771265" y="615315"/>
            <a:ext cx="607060" cy="267970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175" y="2879090"/>
            <a:ext cx="602615" cy="26797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325880" y="852805"/>
            <a:ext cx="4214495" cy="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5053965" y="726440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/>
          </a:p>
        </p:txBody>
      </p:sp>
      <p:cxnSp>
        <p:nvCxnSpPr>
          <p:cNvPr id="10" name="直接连接符 9"/>
          <p:cNvCxnSpPr/>
          <p:nvPr/>
        </p:nvCxnSpPr>
        <p:spPr>
          <a:xfrm>
            <a:off x="6750685" y="853440"/>
            <a:ext cx="4123055" cy="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7019290" y="727075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/>
          </a:p>
        </p:txBody>
      </p:sp>
      <p:sp>
        <p:nvSpPr>
          <p:cNvPr id="13" name="椭圆 12"/>
          <p:cNvSpPr/>
          <p:nvPr/>
        </p:nvSpPr>
        <p:spPr>
          <a:xfrm>
            <a:off x="8462010" y="727075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/>
          </a:p>
        </p:txBody>
      </p:sp>
      <p:cxnSp>
        <p:nvCxnSpPr>
          <p:cNvPr id="16" name="直接连接符 15"/>
          <p:cNvCxnSpPr/>
          <p:nvPr/>
        </p:nvCxnSpPr>
        <p:spPr>
          <a:xfrm>
            <a:off x="1325880" y="3117215"/>
            <a:ext cx="4214495" cy="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5053965" y="2990850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/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6750685" y="3112770"/>
            <a:ext cx="4112260" cy="508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7019290" y="2991485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/>
          </a:p>
        </p:txBody>
      </p:sp>
      <p:sp>
        <p:nvSpPr>
          <p:cNvPr id="25" name="椭圆 24"/>
          <p:cNvSpPr/>
          <p:nvPr/>
        </p:nvSpPr>
        <p:spPr>
          <a:xfrm>
            <a:off x="8462010" y="2991485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/>
          </a:p>
        </p:txBody>
      </p:sp>
      <p:sp>
        <p:nvSpPr>
          <p:cNvPr id="28" name="矩形 27"/>
          <p:cNvSpPr/>
          <p:nvPr/>
        </p:nvSpPr>
        <p:spPr>
          <a:xfrm>
            <a:off x="816610" y="450215"/>
            <a:ext cx="508000" cy="300990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0874375" y="450215"/>
            <a:ext cx="508000" cy="300990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2168525" y="728345"/>
            <a:ext cx="252000" cy="2520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3611245" y="728345"/>
            <a:ext cx="252000" cy="2520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/>
        </p:nvSpPr>
        <p:spPr>
          <a:xfrm>
            <a:off x="2168525" y="2990850"/>
            <a:ext cx="252000" cy="2520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3611245" y="2990850"/>
            <a:ext cx="252000" cy="2520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>
            <a:off x="9904730" y="728345"/>
            <a:ext cx="252000" cy="2520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9904730" y="2991485"/>
            <a:ext cx="252000" cy="2520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8" name="组合 57"/>
          <p:cNvGrpSpPr/>
          <p:nvPr/>
        </p:nvGrpSpPr>
        <p:grpSpPr>
          <a:xfrm>
            <a:off x="1324610" y="862330"/>
            <a:ext cx="756920" cy="2248535"/>
            <a:chOff x="1629" y="1603"/>
            <a:chExt cx="1192" cy="3541"/>
          </a:xfrm>
          <a:solidFill>
            <a:schemeClr val="tx1"/>
          </a:solidFill>
        </p:grpSpPr>
        <p:cxnSp>
          <p:nvCxnSpPr>
            <p:cNvPr id="48" name="直接连接符 47"/>
            <p:cNvCxnSpPr/>
            <p:nvPr/>
          </p:nvCxnSpPr>
          <p:spPr>
            <a:xfrm flipV="1">
              <a:off x="1867" y="1603"/>
              <a:ext cx="954" cy="2495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1629" y="281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1629" y="408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 flipV="1">
              <a:off x="1882" y="2808"/>
              <a:ext cx="885" cy="2337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 flipH="1">
            <a:off x="10293350" y="852805"/>
            <a:ext cx="581660" cy="2248535"/>
            <a:chOff x="1629" y="1603"/>
            <a:chExt cx="1192" cy="3541"/>
          </a:xfrm>
          <a:solidFill>
            <a:schemeClr val="tx1"/>
          </a:solidFill>
        </p:grpSpPr>
        <p:cxnSp>
          <p:nvCxnSpPr>
            <p:cNvPr id="60" name="直接连接符 59"/>
            <p:cNvCxnSpPr/>
            <p:nvPr/>
          </p:nvCxnSpPr>
          <p:spPr>
            <a:xfrm flipV="1">
              <a:off x="1867" y="1603"/>
              <a:ext cx="954" cy="2495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1629" y="281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1629" y="408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 flipV="1">
              <a:off x="1882" y="2808"/>
              <a:ext cx="885" cy="2337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5" name="组合 64"/>
          <p:cNvGrpSpPr/>
          <p:nvPr/>
        </p:nvGrpSpPr>
        <p:grpSpPr>
          <a:xfrm>
            <a:off x="2717800" y="852805"/>
            <a:ext cx="763270" cy="2248535"/>
            <a:chOff x="1629" y="1603"/>
            <a:chExt cx="1192" cy="3541"/>
          </a:xfrm>
          <a:solidFill>
            <a:schemeClr val="tx1"/>
          </a:solidFill>
        </p:grpSpPr>
        <p:cxnSp>
          <p:nvCxnSpPr>
            <p:cNvPr id="66" name="直接连接符 65"/>
            <p:cNvCxnSpPr/>
            <p:nvPr/>
          </p:nvCxnSpPr>
          <p:spPr>
            <a:xfrm flipV="1">
              <a:off x="1867" y="1603"/>
              <a:ext cx="954" cy="2495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1629" y="281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1629" y="408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 flipV="1">
              <a:off x="1882" y="2808"/>
              <a:ext cx="885" cy="2337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70" name="文本框 69"/>
          <p:cNvSpPr txBox="1"/>
          <p:nvPr/>
        </p:nvSpPr>
        <p:spPr>
          <a:xfrm>
            <a:off x="466090" y="3460115"/>
            <a:ext cx="12090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departure station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10598785" y="205105"/>
            <a:ext cx="12090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departure station</a:t>
            </a:r>
            <a:endParaRPr lang="zh-CN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863090" y="2501265"/>
            <a:ext cx="14008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turnaround station</a:t>
            </a:r>
          </a:p>
        </p:txBody>
      </p:sp>
      <p:grpSp>
        <p:nvGrpSpPr>
          <p:cNvPr id="78" name="组合 77"/>
          <p:cNvGrpSpPr/>
          <p:nvPr/>
        </p:nvGrpSpPr>
        <p:grpSpPr>
          <a:xfrm>
            <a:off x="4281170" y="1036955"/>
            <a:ext cx="1400810" cy="306070"/>
            <a:chOff x="9924" y="2434"/>
            <a:chExt cx="2206" cy="482"/>
          </a:xfrm>
        </p:grpSpPr>
        <p:cxnSp>
          <p:nvCxnSpPr>
            <p:cNvPr id="73" name="直接箭头连接符 72"/>
            <p:cNvCxnSpPr/>
            <p:nvPr/>
          </p:nvCxnSpPr>
          <p:spPr>
            <a:xfrm flipV="1">
              <a:off x="10244" y="2878"/>
              <a:ext cx="1587" cy="1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5" name="文本框 74"/>
            <p:cNvSpPr txBox="1"/>
            <p:nvPr/>
          </p:nvSpPr>
          <p:spPr>
            <a:xfrm>
              <a:off x="9924" y="2434"/>
              <a:ext cx="220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up</a:t>
              </a: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449663" y="2536190"/>
            <a:ext cx="1090850" cy="342900"/>
            <a:chOff x="9882" y="664"/>
            <a:chExt cx="2206" cy="540"/>
          </a:xfrm>
        </p:grpSpPr>
        <p:cxnSp>
          <p:nvCxnSpPr>
            <p:cNvPr id="74" name="直接箭头连接符 73"/>
            <p:cNvCxnSpPr/>
            <p:nvPr/>
          </p:nvCxnSpPr>
          <p:spPr>
            <a:xfrm flipH="1">
              <a:off x="10174" y="1192"/>
              <a:ext cx="1567" cy="1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6" name="文本框 75"/>
            <p:cNvSpPr txBox="1"/>
            <p:nvPr/>
          </p:nvSpPr>
          <p:spPr>
            <a:xfrm>
              <a:off x="9882" y="664"/>
              <a:ext cx="220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down</a:t>
              </a:r>
            </a:p>
          </p:txBody>
        </p:sp>
      </p:grpSp>
      <p:sp>
        <p:nvSpPr>
          <p:cNvPr id="87" name="禁止符 86"/>
          <p:cNvSpPr/>
          <p:nvPr/>
        </p:nvSpPr>
        <p:spPr>
          <a:xfrm>
            <a:off x="7653020" y="659130"/>
            <a:ext cx="360000" cy="360000"/>
          </a:xfrm>
          <a:prstGeom prst="noSmoking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accent6"/>
                </a:solidFill>
              </a:ln>
              <a:solidFill>
                <a:schemeClr val="accent6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59045" y="711835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3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168525" y="728345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1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611245" y="726440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/>
              <a:t>2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926580" y="709930"/>
            <a:ext cx="4375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S-2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369300" y="709930"/>
            <a:ext cx="4375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S-1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9904730" y="726440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S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5059045" y="2976245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3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2168525" y="2992755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1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611245" y="2990850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/>
              <a:t>2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6926580" y="2974340"/>
            <a:ext cx="4375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S-2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8369300" y="2974340"/>
            <a:ext cx="4375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S-1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9904730" y="2990850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S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5729605" y="588645"/>
            <a:ext cx="892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。。。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5729605" y="2842895"/>
            <a:ext cx="892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。。。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2952115" y="3829050"/>
            <a:ext cx="7993380" cy="2720340"/>
            <a:chOff x="4649" y="6030"/>
            <a:chExt cx="12588" cy="4284"/>
          </a:xfrm>
        </p:grpSpPr>
        <p:pic>
          <p:nvPicPr>
            <p:cNvPr id="94" name="图片 93"/>
            <p:cNvPicPr>
              <a:picLocks noChangeAspect="1"/>
            </p:cNvPicPr>
            <p:nvPr/>
          </p:nvPicPr>
          <p:blipFill>
            <a:blip r:embed="rId3"/>
            <a:srcRect l="65"/>
            <a:stretch>
              <a:fillRect/>
            </a:stretch>
          </p:blipFill>
          <p:spPr>
            <a:xfrm>
              <a:off x="4649" y="6030"/>
              <a:ext cx="12588" cy="4285"/>
            </a:xfrm>
            <a:prstGeom prst="rect">
              <a:avLst/>
            </a:prstGeom>
          </p:spPr>
        </p:pic>
        <p:sp>
          <p:nvSpPr>
            <p:cNvPr id="96" name="矩形 95"/>
            <p:cNvSpPr/>
            <p:nvPr/>
          </p:nvSpPr>
          <p:spPr>
            <a:xfrm>
              <a:off x="8342" y="7158"/>
              <a:ext cx="5678" cy="872"/>
            </a:xfrm>
            <a:prstGeom prst="rect">
              <a:avLst/>
            </a:prstGeom>
            <a:pattFill prst="wdUpDiag">
              <a:fgClr>
                <a:schemeClr val="accent6"/>
              </a:fgClr>
              <a:bgClr>
                <a:schemeClr val="bg1"/>
              </a:bgClr>
            </a:patt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8" name="直接连接符 97"/>
            <p:cNvCxnSpPr/>
            <p:nvPr/>
          </p:nvCxnSpPr>
          <p:spPr>
            <a:xfrm>
              <a:off x="9318" y="8043"/>
              <a:ext cx="5886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V="1">
              <a:off x="5183" y="6272"/>
              <a:ext cx="4085" cy="36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>
              <a:off x="8342" y="6097"/>
              <a:ext cx="0" cy="384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>
              <a:off x="14020" y="6099"/>
              <a:ext cx="0" cy="384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7062" y="6108"/>
              <a:ext cx="220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 Operation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95" y="6299"/>
              <a:ext cx="1892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400" i="1" dirty="0">
                  <a:solidFill>
                    <a:schemeClr val="bg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Service Gap</a:t>
              </a:r>
            </a:p>
            <a:p>
              <a:r>
                <a:rPr lang="en-US" altLang="zh-CN" sz="1400" i="1" dirty="0">
                  <a:solidFill>
                    <a:schemeClr val="bg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(No Arrivals)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 flipV="1">
              <a:off x="7167" y="8026"/>
              <a:ext cx="2151" cy="19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8226" y="9551"/>
              <a:ext cx="79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200" i="1" baseline="300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  <a:endParaRPr lang="en-US" altLang="zh-CN" sz="1200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3862" y="9540"/>
              <a:ext cx="79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200" i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end</a:t>
              </a: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/>
          </p:nvGraphicFramePr>
          <p:xfrm>
            <a:off x="10734" y="7307"/>
            <a:ext cx="623" cy="5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791200" imgH="5486400" progId="Equation.DSMT4">
                    <p:embed/>
                  </p:oleObj>
                </mc:Choice>
                <mc:Fallback>
                  <p:oleObj name="Equation" r:id="rId4" imgW="5791200" imgH="5486400" progId="Equation.DSMT4">
                    <p:embed/>
                    <p:pic>
                      <p:nvPicPr>
                        <p:cNvPr id="2" name="对象 1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734" y="7307"/>
                          <a:ext cx="623" cy="5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649165" y="1024945"/>
          <a:ext cx="395840" cy="375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91200" imgH="5486400" progId="Equation.DSMT4">
                  <p:embed/>
                </p:oleObj>
              </mc:Choice>
              <mc:Fallback>
                <p:oleObj name="Equation" r:id="rId6" imgW="5791200" imgH="54864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49165" y="1024945"/>
                        <a:ext cx="395840" cy="3750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/>
          <p:cNvSpPr/>
          <p:nvPr/>
        </p:nvSpPr>
        <p:spPr>
          <a:xfrm>
            <a:off x="3920173" y="4500474"/>
            <a:ext cx="1447800" cy="577215"/>
          </a:xfrm>
          <a:prstGeom prst="rect">
            <a:avLst/>
          </a:prstGeom>
          <a:pattFill prst="wdUpDiag">
            <a:fgClr>
              <a:schemeClr val="accent6"/>
            </a:fgClr>
            <a:bgClr>
              <a:schemeClr val="bg1"/>
            </a:bgClr>
          </a:patt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accent6"/>
                </a:solidFill>
              </a:ln>
              <a:solidFill>
                <a:schemeClr val="accent6"/>
              </a:solidFill>
            </a:endParaRPr>
          </a:p>
        </p:txBody>
      </p:sp>
      <p:pic>
        <p:nvPicPr>
          <p:cNvPr id="113" name="图片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72105" y="2289087"/>
            <a:ext cx="607060" cy="267970"/>
          </a:xfrm>
          <a:prstGeom prst="rect">
            <a:avLst/>
          </a:prstGeom>
        </p:spPr>
      </p:pic>
      <p:pic>
        <p:nvPicPr>
          <p:cNvPr id="112" name="图片 1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639597" y="2295119"/>
            <a:ext cx="607060" cy="2679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4552227"/>
            <a:ext cx="602615" cy="267970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950335" y="2289087"/>
            <a:ext cx="607060" cy="267970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625" y="4552862"/>
            <a:ext cx="602615" cy="26797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504950" y="2526577"/>
            <a:ext cx="4214495" cy="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785235" y="2400212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929755" y="2527212"/>
            <a:ext cx="4123055" cy="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7198360" y="2400847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8641080" y="2400847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接连接符 15"/>
          <p:cNvCxnSpPr>
            <a:endCxn id="21" idx="2"/>
          </p:cNvCxnSpPr>
          <p:nvPr/>
        </p:nvCxnSpPr>
        <p:spPr>
          <a:xfrm flipV="1">
            <a:off x="1504950" y="4790670"/>
            <a:ext cx="2288937" cy="317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3793887" y="4664622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6929755" y="4786542"/>
            <a:ext cx="4112260" cy="508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7198360" y="4665257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8641080" y="4665257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95680" y="2123987"/>
            <a:ext cx="508000" cy="300990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1053445" y="2123987"/>
            <a:ext cx="508000" cy="300990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2347595" y="2402117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5245259" y="2402117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2347595" y="4664622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5245259" y="4664622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10083800" y="2402117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10083800" y="4665257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1503680" y="2536102"/>
            <a:ext cx="756920" cy="2248535"/>
            <a:chOff x="1629" y="1603"/>
            <a:chExt cx="1192" cy="3541"/>
          </a:xfrm>
          <a:solidFill>
            <a:schemeClr val="tx1"/>
          </a:solidFill>
        </p:grpSpPr>
        <p:cxnSp>
          <p:nvCxnSpPr>
            <p:cNvPr id="48" name="直接连接符 47"/>
            <p:cNvCxnSpPr/>
            <p:nvPr/>
          </p:nvCxnSpPr>
          <p:spPr>
            <a:xfrm flipV="1">
              <a:off x="1867" y="1603"/>
              <a:ext cx="954" cy="2495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1629" y="281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1629" y="408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 flipV="1">
              <a:off x="1882" y="2808"/>
              <a:ext cx="885" cy="2337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 flipH="1">
            <a:off x="10472420" y="2526577"/>
            <a:ext cx="581660" cy="2248535"/>
            <a:chOff x="1629" y="1603"/>
            <a:chExt cx="1192" cy="3541"/>
          </a:xfrm>
          <a:solidFill>
            <a:schemeClr val="tx1"/>
          </a:solidFill>
        </p:grpSpPr>
        <p:cxnSp>
          <p:nvCxnSpPr>
            <p:cNvPr id="60" name="直接连接符 59"/>
            <p:cNvCxnSpPr/>
            <p:nvPr/>
          </p:nvCxnSpPr>
          <p:spPr>
            <a:xfrm flipV="1">
              <a:off x="1867" y="1603"/>
              <a:ext cx="954" cy="2495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1629" y="281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1629" y="408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 flipV="1">
              <a:off x="1882" y="2808"/>
              <a:ext cx="885" cy="2337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5" name="组合 64"/>
          <p:cNvGrpSpPr/>
          <p:nvPr/>
        </p:nvGrpSpPr>
        <p:grpSpPr>
          <a:xfrm>
            <a:off x="4435317" y="2526577"/>
            <a:ext cx="763270" cy="2248535"/>
            <a:chOff x="1629" y="1603"/>
            <a:chExt cx="1192" cy="3541"/>
          </a:xfrm>
          <a:solidFill>
            <a:schemeClr val="tx1"/>
          </a:solidFill>
        </p:grpSpPr>
        <p:cxnSp>
          <p:nvCxnSpPr>
            <p:cNvPr id="66" name="直接连接符 65"/>
            <p:cNvCxnSpPr/>
            <p:nvPr/>
          </p:nvCxnSpPr>
          <p:spPr>
            <a:xfrm flipV="1">
              <a:off x="1867" y="1603"/>
              <a:ext cx="954" cy="2495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1629" y="281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1629" y="408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 flipV="1">
              <a:off x="1882" y="2808"/>
              <a:ext cx="885" cy="2337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70" name="文本框 69"/>
          <p:cNvSpPr txBox="1"/>
          <p:nvPr/>
        </p:nvSpPr>
        <p:spPr>
          <a:xfrm>
            <a:off x="645160" y="5133887"/>
            <a:ext cx="12090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departure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10701020" y="1724572"/>
            <a:ext cx="12090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departure station</a:t>
            </a:r>
          </a:p>
        </p:txBody>
      </p:sp>
      <p:grpSp>
        <p:nvGrpSpPr>
          <p:cNvPr id="78" name="组合 77"/>
          <p:cNvGrpSpPr/>
          <p:nvPr/>
        </p:nvGrpSpPr>
        <p:grpSpPr>
          <a:xfrm>
            <a:off x="7387273" y="2589442"/>
            <a:ext cx="1400810" cy="398780"/>
            <a:chOff x="9924" y="2308"/>
            <a:chExt cx="2206" cy="628"/>
          </a:xfrm>
        </p:grpSpPr>
        <p:cxnSp>
          <p:nvCxnSpPr>
            <p:cNvPr id="73" name="直接箭头连接符 72"/>
            <p:cNvCxnSpPr/>
            <p:nvPr/>
          </p:nvCxnSpPr>
          <p:spPr>
            <a:xfrm flipV="1">
              <a:off x="10244" y="2878"/>
              <a:ext cx="1587" cy="1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5" name="文本框 74"/>
            <p:cNvSpPr txBox="1"/>
            <p:nvPr/>
          </p:nvSpPr>
          <p:spPr>
            <a:xfrm>
              <a:off x="9924" y="2308"/>
              <a:ext cx="220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</a:t>
              </a: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450455" y="4165512"/>
            <a:ext cx="1431925" cy="398780"/>
            <a:chOff x="9882" y="664"/>
            <a:chExt cx="2206" cy="628"/>
          </a:xfrm>
        </p:grpSpPr>
        <p:cxnSp>
          <p:nvCxnSpPr>
            <p:cNvPr id="74" name="直接箭头连接符 73"/>
            <p:cNvCxnSpPr/>
            <p:nvPr/>
          </p:nvCxnSpPr>
          <p:spPr>
            <a:xfrm flipH="1">
              <a:off x="10174" y="1192"/>
              <a:ext cx="1567" cy="1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6" name="文本框 75"/>
            <p:cNvSpPr txBox="1"/>
            <p:nvPr/>
          </p:nvSpPr>
          <p:spPr>
            <a:xfrm>
              <a:off x="9882" y="664"/>
              <a:ext cx="220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down</a:t>
              </a: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3790315" y="2385607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347595" y="2402117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245259" y="2400212"/>
            <a:ext cx="252730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105650" y="2383702"/>
            <a:ext cx="4375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S-2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548370" y="2383702"/>
            <a:ext cx="4375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S-1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0083800" y="2399577"/>
            <a:ext cx="252730" cy="269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798967" y="4650017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2347595" y="4666527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5245259" y="4649382"/>
            <a:ext cx="252730" cy="283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7105650" y="4648112"/>
            <a:ext cx="4375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S-2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8548370" y="4648112"/>
            <a:ext cx="4375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S-1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10083800" y="4650017"/>
            <a:ext cx="252730" cy="283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5908675" y="2262417"/>
            <a:ext cx="892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。。。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5908675" y="4516667"/>
            <a:ext cx="892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。。。</a:t>
            </a:r>
          </a:p>
        </p:txBody>
      </p:sp>
      <p:graphicFrame>
        <p:nvGraphicFramePr>
          <p:cNvPr id="2" name="对象 -2147482621"/>
          <p:cNvGraphicFramePr>
            <a:graphicFrameLocks noChangeAspect="1"/>
          </p:cNvGraphicFramePr>
          <p:nvPr/>
        </p:nvGraphicFramePr>
        <p:xfrm>
          <a:off x="4436269" y="3021242"/>
          <a:ext cx="379095" cy="270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700" imgH="190500" progId="Equation.DSMT4">
                  <p:embed/>
                </p:oleObj>
              </mc:Choice>
              <mc:Fallback>
                <p:oleObj name="Equation" r:id="rId3" imgW="266700" imgH="190500" progId="Equation.DSMT4">
                  <p:embed/>
                  <p:pic>
                    <p:nvPicPr>
                      <p:cNvPr id="2" name="对象 -21474826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36269" y="3021242"/>
                        <a:ext cx="379095" cy="2705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组合 53"/>
          <p:cNvGrpSpPr/>
          <p:nvPr/>
        </p:nvGrpSpPr>
        <p:grpSpPr>
          <a:xfrm>
            <a:off x="2599690" y="1804582"/>
            <a:ext cx="1189990" cy="483870"/>
            <a:chOff x="3714" y="2202"/>
            <a:chExt cx="1874" cy="762"/>
          </a:xfrm>
        </p:grpSpPr>
        <p:sp>
          <p:nvSpPr>
            <p:cNvPr id="19" name="圆角矩形 18"/>
            <p:cNvSpPr/>
            <p:nvPr/>
          </p:nvSpPr>
          <p:spPr>
            <a:xfrm>
              <a:off x="4204" y="2202"/>
              <a:ext cx="896" cy="503"/>
            </a:xfrm>
            <a:prstGeom prst="roundRect">
              <a:avLst>
                <a:gd name="adj" fmla="val 50000"/>
              </a:avLst>
            </a:prstGeom>
            <a:noFill/>
            <a:ln w="19050" cap="rnd">
              <a:noFill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60000"/>
                      <a:lumOff val="40000"/>
                    </a:schemeClr>
                  </a:solidFill>
                </a14:hiddenFill>
              </a:ext>
            </a:ex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" name="左大括号 49"/>
            <p:cNvSpPr/>
            <p:nvPr/>
          </p:nvSpPr>
          <p:spPr>
            <a:xfrm rot="5400000">
              <a:off x="4530" y="1906"/>
              <a:ext cx="243" cy="1875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i="1" dirty="0"/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4043045" y="1805217"/>
            <a:ext cx="1189990" cy="483870"/>
            <a:chOff x="3714" y="2202"/>
            <a:chExt cx="1874" cy="762"/>
          </a:xfrm>
        </p:grpSpPr>
        <p:sp>
          <p:nvSpPr>
            <p:cNvPr id="80" name="圆角矩形 79"/>
            <p:cNvSpPr/>
            <p:nvPr/>
          </p:nvSpPr>
          <p:spPr>
            <a:xfrm>
              <a:off x="4204" y="2202"/>
              <a:ext cx="896" cy="503"/>
            </a:xfrm>
            <a:prstGeom prst="roundRect">
              <a:avLst>
                <a:gd name="adj" fmla="val 50000"/>
              </a:avLst>
            </a:prstGeom>
            <a:noFill/>
            <a:ln w="19050" cap="rnd">
              <a:noFill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1" name="左大括号 80"/>
            <p:cNvSpPr/>
            <p:nvPr/>
          </p:nvSpPr>
          <p:spPr>
            <a:xfrm rot="5400000">
              <a:off x="4530" y="1906"/>
              <a:ext cx="243" cy="1875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8893175" y="1805852"/>
            <a:ext cx="1189990" cy="483870"/>
            <a:chOff x="3714" y="2202"/>
            <a:chExt cx="1874" cy="762"/>
          </a:xfrm>
        </p:grpSpPr>
        <p:sp>
          <p:nvSpPr>
            <p:cNvPr id="83" name="圆角矩形 82"/>
            <p:cNvSpPr/>
            <p:nvPr/>
          </p:nvSpPr>
          <p:spPr>
            <a:xfrm>
              <a:off x="4204" y="2202"/>
              <a:ext cx="896" cy="503"/>
            </a:xfrm>
            <a:prstGeom prst="roundRect">
              <a:avLst>
                <a:gd name="adj" fmla="val 50000"/>
              </a:avLst>
            </a:prstGeom>
            <a:noFill/>
            <a:ln w="19050" cap="rnd">
              <a:noFill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S-1</a:t>
              </a:r>
            </a:p>
          </p:txBody>
        </p:sp>
        <p:sp>
          <p:nvSpPr>
            <p:cNvPr id="86" name="左大括号 85"/>
            <p:cNvSpPr/>
            <p:nvPr/>
          </p:nvSpPr>
          <p:spPr>
            <a:xfrm rot="5400000">
              <a:off x="4530" y="1906"/>
              <a:ext cx="243" cy="1875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i="1" dirty="0"/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2600325" y="5034827"/>
            <a:ext cx="1190625" cy="473710"/>
            <a:chOff x="3714" y="2965"/>
            <a:chExt cx="1875" cy="746"/>
          </a:xfrm>
        </p:grpSpPr>
        <p:sp>
          <p:nvSpPr>
            <p:cNvPr id="90" name="圆角矩形 89"/>
            <p:cNvSpPr/>
            <p:nvPr/>
          </p:nvSpPr>
          <p:spPr>
            <a:xfrm>
              <a:off x="4204" y="3208"/>
              <a:ext cx="896" cy="503"/>
            </a:xfrm>
            <a:prstGeom prst="roundRect">
              <a:avLst>
                <a:gd name="adj" fmla="val 50000"/>
              </a:avLst>
            </a:prstGeom>
            <a:noFill/>
            <a:ln w="19050" cap="rnd">
              <a:noFill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2S-1</a:t>
              </a:r>
              <a:endPara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左大括号 90"/>
            <p:cNvSpPr/>
            <p:nvPr/>
          </p:nvSpPr>
          <p:spPr>
            <a:xfrm rot="16200000" flipV="1">
              <a:off x="4530" y="2149"/>
              <a:ext cx="243" cy="1875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4060825" y="5034827"/>
            <a:ext cx="1190625" cy="473710"/>
            <a:chOff x="3714" y="2965"/>
            <a:chExt cx="1875" cy="746"/>
          </a:xfrm>
        </p:grpSpPr>
        <p:sp>
          <p:nvSpPr>
            <p:cNvPr id="99" name="圆角矩形 98"/>
            <p:cNvSpPr/>
            <p:nvPr/>
          </p:nvSpPr>
          <p:spPr>
            <a:xfrm>
              <a:off x="4204" y="3208"/>
              <a:ext cx="896" cy="503"/>
            </a:xfrm>
            <a:prstGeom prst="roundRect">
              <a:avLst>
                <a:gd name="adj" fmla="val 50000"/>
              </a:avLst>
            </a:prstGeom>
            <a:noFill/>
            <a:ln w="19050" cap="rnd">
              <a:noFill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2S-2</a:t>
              </a:r>
            </a:p>
          </p:txBody>
        </p:sp>
        <p:sp>
          <p:nvSpPr>
            <p:cNvPr id="100" name="左大括号 99"/>
            <p:cNvSpPr/>
            <p:nvPr/>
          </p:nvSpPr>
          <p:spPr>
            <a:xfrm rot="16200000" flipV="1">
              <a:off x="4530" y="2149"/>
              <a:ext cx="243" cy="1875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8893175" y="5034827"/>
            <a:ext cx="1190625" cy="473710"/>
            <a:chOff x="3714" y="2965"/>
            <a:chExt cx="1875" cy="746"/>
          </a:xfrm>
        </p:grpSpPr>
        <p:sp>
          <p:nvSpPr>
            <p:cNvPr id="102" name="圆角矩形 101"/>
            <p:cNvSpPr/>
            <p:nvPr/>
          </p:nvSpPr>
          <p:spPr>
            <a:xfrm>
              <a:off x="4204" y="3208"/>
              <a:ext cx="896" cy="503"/>
            </a:xfrm>
            <a:prstGeom prst="roundRect">
              <a:avLst>
                <a:gd name="adj" fmla="val 50000"/>
              </a:avLst>
            </a:prstGeom>
            <a:noFill/>
            <a:ln w="19050" cap="rnd">
              <a:noFill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S+1</a:t>
              </a:r>
            </a:p>
          </p:txBody>
        </p:sp>
        <p:sp>
          <p:nvSpPr>
            <p:cNvPr id="103" name="左大括号 102"/>
            <p:cNvSpPr/>
            <p:nvPr/>
          </p:nvSpPr>
          <p:spPr>
            <a:xfrm rot="16200000" flipV="1">
              <a:off x="4530" y="2149"/>
              <a:ext cx="243" cy="1875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</p:grpSp>
      <p:sp>
        <p:nvSpPr>
          <p:cNvPr id="107" name="文本框 106"/>
          <p:cNvSpPr txBox="1"/>
          <p:nvPr/>
        </p:nvSpPr>
        <p:spPr>
          <a:xfrm>
            <a:off x="5116195" y="1679487"/>
            <a:ext cx="4358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5116195" y="5087532"/>
            <a:ext cx="4358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9" name="左大括号 108"/>
          <p:cNvSpPr/>
          <p:nvPr/>
        </p:nvSpPr>
        <p:spPr>
          <a:xfrm rot="5400000">
            <a:off x="6562882" y="-1642357"/>
            <a:ext cx="154305" cy="6887529"/>
          </a:xfrm>
          <a:prstGeom prst="leftBrace">
            <a:avLst>
              <a:gd name="adj1" fmla="val 0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左大括号 113"/>
          <p:cNvSpPr/>
          <p:nvPr/>
        </p:nvSpPr>
        <p:spPr>
          <a:xfrm rot="16200000" flipV="1">
            <a:off x="5964713" y="2085410"/>
            <a:ext cx="154305" cy="6894513"/>
          </a:xfrm>
          <a:prstGeom prst="leftBrace">
            <a:avLst>
              <a:gd name="adj1" fmla="val 0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719445" y="5566004"/>
          <a:ext cx="56673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29600" imgH="4572000" progId="Equation.DSMT4">
                  <p:embed/>
                </p:oleObj>
              </mc:Choice>
              <mc:Fallback>
                <p:oleObj name="Equation" r:id="rId5" imgW="8229600" imgH="45720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19445" y="5566004"/>
                        <a:ext cx="566738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599872" y="1399951"/>
          <a:ext cx="4032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486400" imgH="4572000" progId="Equation.DSMT4">
                  <p:embed/>
                </p:oleObj>
              </mc:Choice>
              <mc:Fallback>
                <p:oleObj name="Equation" r:id="rId7" imgW="5486400" imgH="45720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9872" y="1399951"/>
                        <a:ext cx="403225" cy="336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 rot="16200000">
            <a:off x="8790410" y="3200419"/>
            <a:ext cx="1984161" cy="948055"/>
            <a:chOff x="3714" y="1853"/>
            <a:chExt cx="1875" cy="1493"/>
          </a:xfrm>
        </p:grpSpPr>
        <p:sp>
          <p:nvSpPr>
            <p:cNvPr id="15" name="圆角矩形 82"/>
            <p:cNvSpPr/>
            <p:nvPr/>
          </p:nvSpPr>
          <p:spPr>
            <a:xfrm rot="5400000">
              <a:off x="3905" y="2449"/>
              <a:ext cx="1493" cy="302"/>
            </a:xfrm>
            <a:prstGeom prst="roundRect">
              <a:avLst>
                <a:gd name="adj" fmla="val 50000"/>
              </a:avLst>
            </a:prstGeom>
            <a:noFill/>
            <a:ln w="19050" cap="rnd">
              <a:noFill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</a:t>
              </a:r>
            </a:p>
          </p:txBody>
        </p:sp>
        <p:sp>
          <p:nvSpPr>
            <p:cNvPr id="17" name="左大括号 16"/>
            <p:cNvSpPr/>
            <p:nvPr/>
          </p:nvSpPr>
          <p:spPr>
            <a:xfrm rot="5400000">
              <a:off x="4530" y="1906"/>
              <a:ext cx="243" cy="1875"/>
            </a:xfrm>
            <a:prstGeom prst="leftBrace">
              <a:avLst>
                <a:gd name="adj1" fmla="val 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</p:grpSp>
      <p:grpSp>
        <p:nvGrpSpPr>
          <p:cNvPr id="18" name="组合 17"/>
          <p:cNvGrpSpPr/>
          <p:nvPr/>
        </p:nvGrpSpPr>
        <p:grpSpPr>
          <a:xfrm rot="5400000" flipH="1">
            <a:off x="1908917" y="3200419"/>
            <a:ext cx="1984161" cy="948055"/>
            <a:chOff x="3714" y="1853"/>
            <a:chExt cx="1875" cy="1493"/>
          </a:xfrm>
        </p:grpSpPr>
        <p:sp>
          <p:nvSpPr>
            <p:cNvPr id="20" name="圆角矩形 82"/>
            <p:cNvSpPr/>
            <p:nvPr/>
          </p:nvSpPr>
          <p:spPr>
            <a:xfrm rot="5400000">
              <a:off x="3905" y="2449"/>
              <a:ext cx="1493" cy="302"/>
            </a:xfrm>
            <a:prstGeom prst="roundRect">
              <a:avLst>
                <a:gd name="adj" fmla="val 50000"/>
              </a:avLst>
            </a:prstGeom>
            <a:noFill/>
            <a:ln w="19050" cap="rnd">
              <a:noFill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2S</a:t>
              </a:r>
            </a:p>
          </p:txBody>
        </p:sp>
        <p:sp>
          <p:nvSpPr>
            <p:cNvPr id="39" name="左大括号 38"/>
            <p:cNvSpPr/>
            <p:nvPr/>
          </p:nvSpPr>
          <p:spPr>
            <a:xfrm rot="5400000">
              <a:off x="4530" y="1906"/>
              <a:ext cx="243" cy="1875"/>
            </a:xfrm>
            <a:prstGeom prst="leftBrace">
              <a:avLst>
                <a:gd name="adj1" fmla="val 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</p:grpSp>
      <p:sp>
        <p:nvSpPr>
          <p:cNvPr id="116" name="禁止符 115"/>
          <p:cNvSpPr/>
          <p:nvPr/>
        </p:nvSpPr>
        <p:spPr>
          <a:xfrm>
            <a:off x="4465620" y="4609081"/>
            <a:ext cx="360000" cy="360000"/>
          </a:xfrm>
          <a:prstGeom prst="noSmoking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accent6"/>
                </a:solidFill>
              </a:ln>
              <a:solidFill>
                <a:schemeClr val="accent6"/>
              </a:solidFill>
            </a:endParaRPr>
          </a:p>
        </p:txBody>
      </p:sp>
      <p:cxnSp>
        <p:nvCxnSpPr>
          <p:cNvPr id="72" name="直接连接符 71"/>
          <p:cNvCxnSpPr>
            <a:stCxn id="36" idx="3"/>
          </p:cNvCxnSpPr>
          <p:nvPr/>
        </p:nvCxnSpPr>
        <p:spPr>
          <a:xfrm>
            <a:off x="5497354" y="4790670"/>
            <a:ext cx="228123" cy="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4054436" y="4790670"/>
            <a:ext cx="1181893" cy="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accent6"/>
            </a:solidFill>
            <a:prstDash val="dash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12177" y="3110329"/>
            <a:ext cx="2233922" cy="553720"/>
          </a:xfrm>
          <a:prstGeom prst="rect">
            <a:avLst/>
          </a:prstGeom>
          <a:pattFill prst="wdUpDiag">
            <a:fgClr>
              <a:schemeClr val="accent6"/>
            </a:fgClr>
            <a:bgClr>
              <a:schemeClr val="bg1"/>
            </a:bgClr>
          </a:patt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481292" y="3687259"/>
            <a:ext cx="2216326" cy="0"/>
          </a:xfrm>
          <a:prstGeom prst="line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66" idx="3"/>
          </p:cNvCxnSpPr>
          <p:nvPr/>
        </p:nvCxnSpPr>
        <p:spPr>
          <a:xfrm flipV="1">
            <a:off x="1869722" y="2573469"/>
            <a:ext cx="2579820" cy="2204028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812178" y="2457206"/>
            <a:ext cx="0" cy="243840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046099" y="2463614"/>
            <a:ext cx="0" cy="243840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048732" y="2469329"/>
            <a:ext cx="14008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Operation</a:t>
            </a: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3127156" y="3687259"/>
            <a:ext cx="1354136" cy="1090238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732603" y="4528377"/>
            <a:ext cx="5060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200" i="1" baseline="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US" altLang="zh-CN" sz="1200" i="1" baseline="30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72765" y="4546221"/>
            <a:ext cx="5060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200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738958" y="3192657"/>
          <a:ext cx="395605" cy="375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91200" imgH="5486400" progId="Equation.DSMT4">
                  <p:embed/>
                </p:oleObj>
              </mc:Choice>
              <mc:Fallback>
                <p:oleObj name="Equation" r:id="rId2" imgW="5791200" imgH="5486400" progId="Equation.DSMT4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38958" y="3192657"/>
                        <a:ext cx="395605" cy="375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矩形 45"/>
          <p:cNvSpPr/>
          <p:nvPr/>
        </p:nvSpPr>
        <p:spPr>
          <a:xfrm>
            <a:off x="1855568" y="2445301"/>
            <a:ext cx="6310312" cy="24503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836518" y="2552457"/>
            <a:ext cx="6326197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836518" y="3108717"/>
            <a:ext cx="6326197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endCxn id="46" idx="3"/>
          </p:cNvCxnSpPr>
          <p:nvPr/>
        </p:nvCxnSpPr>
        <p:spPr>
          <a:xfrm>
            <a:off x="1836518" y="3664977"/>
            <a:ext cx="6329362" cy="5477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1836518" y="4213617"/>
            <a:ext cx="6326197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1836518" y="4777497"/>
            <a:ext cx="6326197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1855568" y="4895606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3127156" y="4895606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4382075" y="4895606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5646519" y="4895606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6908581" y="4895606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8165881" y="4895606"/>
            <a:ext cx="0" cy="357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: 圆角 61"/>
          <p:cNvSpPr/>
          <p:nvPr/>
        </p:nvSpPr>
        <p:spPr>
          <a:xfrm>
            <a:off x="1498928" y="2431796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1498928" y="2988056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S-1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1498928" y="3544316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S-2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: 圆角 64"/>
          <p:cNvSpPr/>
          <p:nvPr/>
        </p:nvSpPr>
        <p:spPr>
          <a:xfrm>
            <a:off x="1498928" y="4092956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S-3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: 圆角 65"/>
          <p:cNvSpPr/>
          <p:nvPr/>
        </p:nvSpPr>
        <p:spPr>
          <a:xfrm>
            <a:off x="1498928" y="4656836"/>
            <a:ext cx="3707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S-4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7" name="对象 66"/>
          <p:cNvGraphicFramePr>
            <a:graphicFrameLocks noChangeAspect="1"/>
          </p:cNvGraphicFramePr>
          <p:nvPr/>
        </p:nvGraphicFramePr>
        <p:xfrm>
          <a:off x="4248203" y="4939415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00800" imgH="4267200" progId="Equation.DSMT4">
                  <p:embed/>
                </p:oleObj>
              </mc:Choice>
              <mc:Fallback>
                <p:oleObj name="Equation" r:id="rId4" imgW="6400800" imgH="4267200" progId="Equation.DSMT4">
                  <p:embed/>
                  <p:pic>
                    <p:nvPicPr>
                      <p:cNvPr id="67" name="对象 6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48203" y="4939415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/>
          <p:cNvGraphicFramePr>
            <a:graphicFrameLocks noChangeAspect="1"/>
          </p:cNvGraphicFramePr>
          <p:nvPr/>
        </p:nvGraphicFramePr>
        <p:xfrm>
          <a:off x="5513169" y="4939415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00800" imgH="4267200" progId="Equation.DSMT4">
                  <p:embed/>
                </p:oleObj>
              </mc:Choice>
              <mc:Fallback>
                <p:oleObj name="Equation" r:id="rId6" imgW="6400800" imgH="4267200" progId="Equation.DSMT4">
                  <p:embed/>
                  <p:pic>
                    <p:nvPicPr>
                      <p:cNvPr id="68" name="对象 6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13169" y="4939415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/>
          <p:cNvGraphicFramePr>
            <a:graphicFrameLocks noChangeAspect="1"/>
          </p:cNvGraphicFramePr>
          <p:nvPr/>
        </p:nvGraphicFramePr>
        <p:xfrm>
          <a:off x="6778135" y="4939415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00800" imgH="4267200" progId="Equation.DSMT4">
                  <p:embed/>
                </p:oleObj>
              </mc:Choice>
              <mc:Fallback>
                <p:oleObj name="Equation" r:id="rId8" imgW="6400800" imgH="4267200" progId="Equation.DSMT4">
                  <p:embed/>
                  <p:pic>
                    <p:nvPicPr>
                      <p:cNvPr id="69" name="对象 6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78135" y="4939415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/>
          <p:cNvGraphicFramePr>
            <a:graphicFrameLocks noChangeAspect="1"/>
          </p:cNvGraphicFramePr>
          <p:nvPr/>
        </p:nvGraphicFramePr>
        <p:xfrm>
          <a:off x="8032531" y="4939415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400800" imgH="4267200" progId="Equation.DSMT4">
                  <p:embed/>
                </p:oleObj>
              </mc:Choice>
              <mc:Fallback>
                <p:oleObj name="Equation" r:id="rId10" imgW="6400800" imgH="4267200" progId="Equation.DSMT4">
                  <p:embed/>
                  <p:pic>
                    <p:nvPicPr>
                      <p:cNvPr id="70" name="对象 6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032531" y="4939415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/>
          <p:cNvGraphicFramePr>
            <a:graphicFrameLocks noChangeAspect="1"/>
          </p:cNvGraphicFramePr>
          <p:nvPr/>
        </p:nvGraphicFramePr>
        <p:xfrm>
          <a:off x="3029003" y="4942438"/>
          <a:ext cx="190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572000" imgH="4267200" progId="Equation.DSMT4">
                  <p:embed/>
                </p:oleObj>
              </mc:Choice>
              <mc:Fallback>
                <p:oleObj name="Equation" r:id="rId12" imgW="4572000" imgH="4267200" progId="Equation.DSMT4">
                  <p:embed/>
                  <p:pic>
                    <p:nvPicPr>
                      <p:cNvPr id="71" name="对象 7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29003" y="4942438"/>
                        <a:ext cx="190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/>
          <p:cNvGraphicFramePr>
            <a:graphicFrameLocks noChangeAspect="1"/>
          </p:cNvGraphicFramePr>
          <p:nvPr/>
        </p:nvGraphicFramePr>
        <p:xfrm>
          <a:off x="1792340" y="4942438"/>
          <a:ext cx="127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48000" imgH="4267200" progId="Equation.DSMT4">
                  <p:embed/>
                </p:oleObj>
              </mc:Choice>
              <mc:Fallback>
                <p:oleObj name="Equation" r:id="rId14" imgW="3048000" imgH="4267200" progId="Equation.DSMT4">
                  <p:embed/>
                  <p:pic>
                    <p:nvPicPr>
                      <p:cNvPr id="72" name="对象 7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92340" y="4942438"/>
                        <a:ext cx="1270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矩形 72"/>
          <p:cNvSpPr/>
          <p:nvPr/>
        </p:nvSpPr>
        <p:spPr>
          <a:xfrm>
            <a:off x="5038998" y="1117764"/>
            <a:ext cx="1447800" cy="577215"/>
          </a:xfrm>
          <a:prstGeom prst="rect">
            <a:avLst/>
          </a:prstGeom>
          <a:pattFill prst="wdUpDiag">
            <a:fgClr>
              <a:schemeClr val="accent6"/>
            </a:fgClr>
            <a:bgClr>
              <a:schemeClr val="bg1"/>
            </a:bgClr>
          </a:patt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accent6"/>
                </a:solidFill>
              </a:ln>
              <a:solidFill>
                <a:schemeClr val="accent6"/>
              </a:solidFill>
            </a:endParaRPr>
          </a:p>
        </p:txBody>
      </p:sp>
      <p:cxnSp>
        <p:nvCxnSpPr>
          <p:cNvPr id="74" name="直接连接符 73"/>
          <p:cNvCxnSpPr>
            <a:stCxn id="125" idx="6"/>
            <a:endCxn id="81" idx="3"/>
          </p:cNvCxnSpPr>
          <p:nvPr/>
        </p:nvCxnSpPr>
        <p:spPr>
          <a:xfrm>
            <a:off x="2271049" y="1382242"/>
            <a:ext cx="5771499" cy="762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椭圆 75"/>
          <p:cNvSpPr/>
          <p:nvPr/>
        </p:nvSpPr>
        <p:spPr>
          <a:xfrm>
            <a:off x="6352813" y="1256194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/>
          </a:p>
        </p:txBody>
      </p:sp>
      <p:sp>
        <p:nvSpPr>
          <p:cNvPr id="77" name="圆角矩形 36"/>
          <p:cNvSpPr/>
          <p:nvPr/>
        </p:nvSpPr>
        <p:spPr>
          <a:xfrm>
            <a:off x="7795533" y="1257464"/>
            <a:ext cx="252000" cy="2520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禁止符 77"/>
          <p:cNvSpPr/>
          <p:nvPr/>
        </p:nvSpPr>
        <p:spPr>
          <a:xfrm>
            <a:off x="5543823" y="1188249"/>
            <a:ext cx="360000" cy="360000"/>
          </a:xfrm>
          <a:prstGeom prst="noSmoking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accent6"/>
                </a:solidFill>
              </a:ln>
              <a:solidFill>
                <a:schemeClr val="accent6"/>
              </a:solidFill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4817383" y="1239049"/>
            <a:ext cx="437515" cy="269240"/>
            <a:chOff x="5480001" y="1872066"/>
            <a:chExt cx="437515" cy="269240"/>
          </a:xfrm>
        </p:grpSpPr>
        <p:sp>
          <p:nvSpPr>
            <p:cNvPr id="75" name="椭圆 74"/>
            <p:cNvSpPr/>
            <p:nvPr/>
          </p:nvSpPr>
          <p:spPr>
            <a:xfrm>
              <a:off x="5572711" y="1889211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5480001" y="1872066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/>
                <a:t>S-2</a:t>
              </a:r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6260103" y="1239049"/>
            <a:ext cx="4375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S-1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7795533" y="1255559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S</a:t>
            </a:r>
          </a:p>
        </p:txBody>
      </p:sp>
      <p:graphicFrame>
        <p:nvGraphicFramePr>
          <p:cNvPr id="111" name="对象 110"/>
          <p:cNvGraphicFramePr>
            <a:graphicFrameLocks noChangeAspect="1"/>
          </p:cNvGraphicFramePr>
          <p:nvPr/>
        </p:nvGraphicFramePr>
        <p:xfrm>
          <a:off x="5465060" y="1543849"/>
          <a:ext cx="517525" cy="49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791200" imgH="5486400" progId="Equation.DSMT4">
                  <p:embed/>
                </p:oleObj>
              </mc:Choice>
              <mc:Fallback>
                <p:oleObj name="Equation" r:id="rId16" imgW="5791200" imgH="5486400" progId="Equation.DSMT4">
                  <p:embed/>
                  <p:pic>
                    <p:nvPicPr>
                      <p:cNvPr id="111" name="对象 1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65060" y="1543849"/>
                        <a:ext cx="517525" cy="491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8" name="组合 117"/>
          <p:cNvGrpSpPr/>
          <p:nvPr/>
        </p:nvGrpSpPr>
        <p:grpSpPr>
          <a:xfrm>
            <a:off x="3374663" y="1239049"/>
            <a:ext cx="437515" cy="269240"/>
            <a:chOff x="5480001" y="1872066"/>
            <a:chExt cx="437515" cy="269240"/>
          </a:xfrm>
        </p:grpSpPr>
        <p:sp>
          <p:nvSpPr>
            <p:cNvPr id="119" name="椭圆 118"/>
            <p:cNvSpPr/>
            <p:nvPr/>
          </p:nvSpPr>
          <p:spPr>
            <a:xfrm>
              <a:off x="5572711" y="1889211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800"/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5480001" y="1872066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/>
                <a:t>S-3</a:t>
              </a:r>
            </a:p>
          </p:txBody>
        </p:sp>
      </p:grpSp>
      <p:sp>
        <p:nvSpPr>
          <p:cNvPr id="125" name="椭圆 124"/>
          <p:cNvSpPr/>
          <p:nvPr/>
        </p:nvSpPr>
        <p:spPr>
          <a:xfrm>
            <a:off x="2018954" y="1256194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/>
          </a:p>
        </p:txBody>
      </p:sp>
      <p:sp>
        <p:nvSpPr>
          <p:cNvPr id="126" name="文本框 125"/>
          <p:cNvSpPr txBox="1"/>
          <p:nvPr/>
        </p:nvSpPr>
        <p:spPr>
          <a:xfrm>
            <a:off x="1926244" y="1243234"/>
            <a:ext cx="4375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/>
              <a:t>S-4</a:t>
            </a:r>
          </a:p>
        </p:txBody>
      </p:sp>
      <p:cxnSp>
        <p:nvCxnSpPr>
          <p:cNvPr id="153" name="直接连接符 152"/>
          <p:cNvCxnSpPr/>
          <p:nvPr/>
        </p:nvCxnSpPr>
        <p:spPr>
          <a:xfrm flipV="1">
            <a:off x="6696817" y="2552457"/>
            <a:ext cx="1403966" cy="1130357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6" name="直接连接符 165"/>
          <p:cNvCxnSpPr/>
          <p:nvPr/>
        </p:nvCxnSpPr>
        <p:spPr>
          <a:xfrm>
            <a:off x="8650569" y="1188249"/>
            <a:ext cx="297180" cy="0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>
            <a:off x="8650569" y="1802786"/>
            <a:ext cx="297180" cy="0"/>
          </a:xfrm>
          <a:prstGeom prst="line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>
            <a:off x="8651998" y="2411963"/>
            <a:ext cx="297180" cy="1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9" name="矩形 178"/>
          <p:cNvSpPr/>
          <p:nvPr/>
        </p:nvSpPr>
        <p:spPr>
          <a:xfrm>
            <a:off x="8650569" y="3091796"/>
            <a:ext cx="297180" cy="313654"/>
          </a:xfrm>
          <a:prstGeom prst="rect">
            <a:avLst/>
          </a:prstGeom>
          <a:pattFill prst="wdUpDiag">
            <a:fgClr>
              <a:schemeClr val="accent6"/>
            </a:fgClr>
            <a:bgClr>
              <a:schemeClr val="bg1"/>
            </a:bgClr>
          </a:patt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矩形: 圆角 184"/>
          <p:cNvSpPr/>
          <p:nvPr/>
        </p:nvSpPr>
        <p:spPr>
          <a:xfrm>
            <a:off x="3925601" y="5117215"/>
            <a:ext cx="2462394" cy="2413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Time(t)</a:t>
            </a:r>
            <a:endParaRPr lang="zh-CN" alt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: 圆角 185"/>
          <p:cNvSpPr/>
          <p:nvPr/>
        </p:nvSpPr>
        <p:spPr>
          <a:xfrm rot="16200000">
            <a:off x="749374" y="3571909"/>
            <a:ext cx="1387684" cy="42745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Space(Station)</a:t>
            </a:r>
            <a:endParaRPr lang="zh-CN" alt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5802029" y="3295939"/>
            <a:ext cx="120142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Gap</a:t>
            </a:r>
          </a:p>
          <a:p>
            <a:pPr algn="ctr"/>
            <a:r>
              <a:rPr lang="en-US" altLang="zh-CN" sz="10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 Arrivals)</a:t>
            </a:r>
          </a:p>
        </p:txBody>
      </p:sp>
      <p:sp>
        <p:nvSpPr>
          <p:cNvPr id="191" name="文本框 190"/>
          <p:cNvSpPr txBox="1"/>
          <p:nvPr/>
        </p:nvSpPr>
        <p:spPr>
          <a:xfrm>
            <a:off x="8947749" y="3110190"/>
            <a:ext cx="19082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Constraint</a:t>
            </a:r>
          </a:p>
        </p:txBody>
      </p:sp>
      <p:sp>
        <p:nvSpPr>
          <p:cNvPr id="194" name="文本框 193"/>
          <p:cNvSpPr txBox="1"/>
          <p:nvPr/>
        </p:nvSpPr>
        <p:spPr>
          <a:xfrm>
            <a:off x="8947749" y="2273463"/>
            <a:ext cx="19082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Trajectory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8947749" y="1656549"/>
            <a:ext cx="19082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Kinematic Blocking</a:t>
            </a:r>
          </a:p>
        </p:txBody>
      </p:sp>
      <p:sp>
        <p:nvSpPr>
          <p:cNvPr id="196" name="文本框 195"/>
          <p:cNvSpPr txBox="1"/>
          <p:nvPr/>
        </p:nvSpPr>
        <p:spPr>
          <a:xfrm>
            <a:off x="8947749" y="1052403"/>
            <a:ext cx="19082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Operation</a:t>
            </a:r>
          </a:p>
        </p:txBody>
      </p:sp>
      <p:sp>
        <p:nvSpPr>
          <p:cNvPr id="198" name="文本框 197"/>
          <p:cNvSpPr txBox="1"/>
          <p:nvPr/>
        </p:nvSpPr>
        <p:spPr>
          <a:xfrm>
            <a:off x="8606698" y="3544316"/>
            <a:ext cx="23558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Gap / Supply Vacuum:</a:t>
            </a:r>
          </a:p>
          <a:p>
            <a:r>
              <a: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Downstream interval with no train arrivalsdue to upstream blockage.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/>
          <p:cNvGrpSpPr/>
          <p:nvPr/>
        </p:nvGrpSpPr>
        <p:grpSpPr>
          <a:xfrm>
            <a:off x="0" y="243840"/>
            <a:ext cx="12706350" cy="7473950"/>
            <a:chOff x="0" y="243840"/>
            <a:chExt cx="12706350" cy="7473950"/>
          </a:xfrm>
        </p:grpSpPr>
        <p:sp>
          <p:nvSpPr>
            <p:cNvPr id="106" name="流程图: 终止 105"/>
            <p:cNvSpPr/>
            <p:nvPr/>
          </p:nvSpPr>
          <p:spPr>
            <a:xfrm>
              <a:off x="7243309" y="2652522"/>
              <a:ext cx="1256257" cy="398132"/>
            </a:xfrm>
            <a:prstGeom prst="flowChartTerminator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箭头连接符 3"/>
            <p:cNvCxnSpPr/>
            <p:nvPr/>
          </p:nvCxnSpPr>
          <p:spPr>
            <a:xfrm>
              <a:off x="438055" y="1402715"/>
              <a:ext cx="10473785" cy="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prstDash val="solid"/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923923" y="1213485"/>
              <a:ext cx="0" cy="378460"/>
            </a:xfrm>
            <a:prstGeom prst="line">
              <a:avLst/>
            </a:prstGeom>
            <a:ln w="1905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3958497" y="1213485"/>
              <a:ext cx="0" cy="378460"/>
            </a:xfrm>
            <a:prstGeom prst="line">
              <a:avLst/>
            </a:prstGeom>
            <a:ln w="1905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V="1">
              <a:off x="10082888" y="1213485"/>
              <a:ext cx="0" cy="378460"/>
            </a:xfrm>
            <a:prstGeom prst="line">
              <a:avLst/>
            </a:prstGeom>
            <a:ln w="1905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7027632" y="1213485"/>
              <a:ext cx="0" cy="378460"/>
            </a:xfrm>
            <a:prstGeom prst="line">
              <a:avLst/>
            </a:prstGeom>
            <a:ln w="1905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>
              <a:off x="921067" y="619125"/>
              <a:ext cx="6102712" cy="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prstDash val="solid"/>
              <a:headEnd type="triangle" w="med" len="lg"/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1941194" y="243840"/>
              <a:ext cx="40640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Prediction Horizon</a:t>
              </a:r>
            </a:p>
          </p:txBody>
        </p:sp>
        <p:cxnSp>
          <p:nvCxnSpPr>
            <p:cNvPr id="36" name="直接箭头连接符 35"/>
            <p:cNvCxnSpPr/>
            <p:nvPr/>
          </p:nvCxnSpPr>
          <p:spPr>
            <a:xfrm>
              <a:off x="923925" y="1983739"/>
              <a:ext cx="6099854" cy="0"/>
            </a:xfrm>
            <a:prstGeom prst="straightConnector1">
              <a:avLst/>
            </a:prstGeom>
            <a:ln w="381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none" w="med" len="lg"/>
              <a:tailEnd type="non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>
              <a:off x="3958497" y="2280919"/>
              <a:ext cx="6124391" cy="0"/>
            </a:xfrm>
            <a:prstGeom prst="straightConnector1">
              <a:avLst/>
            </a:prstGeom>
            <a:ln w="38100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lg"/>
              <a:tailEnd type="non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921067" y="1010920"/>
              <a:ext cx="3054847" cy="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prstDash val="solid"/>
              <a:headEnd type="triangle" w="med" len="lg"/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" name="文本框 41"/>
            <p:cNvSpPr txBox="1"/>
            <p:nvPr/>
          </p:nvSpPr>
          <p:spPr>
            <a:xfrm>
              <a:off x="1346447" y="630238"/>
              <a:ext cx="220408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Roll predict(</a:t>
              </a:r>
              <a:r>
                <a:rPr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Δt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0" y="1799589"/>
              <a:ext cx="120713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1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021330" y="2096769"/>
              <a:ext cx="120713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2</a:t>
              </a:r>
            </a:p>
          </p:txBody>
        </p:sp>
        <p:sp>
          <p:nvSpPr>
            <p:cNvPr id="79" name="矩形: 圆角 57"/>
            <p:cNvSpPr/>
            <p:nvPr/>
          </p:nvSpPr>
          <p:spPr>
            <a:xfrm>
              <a:off x="3958496" y="5408295"/>
              <a:ext cx="6124391" cy="230949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 cmpd="sng">
              <a:solidFill>
                <a:schemeClr val="tx1"/>
              </a:solidFill>
              <a:prstDash val="solid"/>
              <a:headEnd type="none" w="med" len="lg"/>
              <a:tailEnd type="non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矩形: 圆角 4"/>
            <p:cNvSpPr/>
            <p:nvPr/>
          </p:nvSpPr>
          <p:spPr>
            <a:xfrm>
              <a:off x="921067" y="2659380"/>
              <a:ext cx="6102712" cy="230949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 cmpd="sng">
              <a:solidFill>
                <a:schemeClr val="tx1"/>
              </a:solidFill>
              <a:prstDash val="solid"/>
              <a:headEnd type="none" w="med" len="lg"/>
              <a:tailEnd type="non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椭圆 8"/>
            <p:cNvSpPr/>
            <p:nvPr/>
          </p:nvSpPr>
          <p:spPr>
            <a:xfrm>
              <a:off x="2296477" y="3733165"/>
              <a:ext cx="511175" cy="26289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295207" y="3435350"/>
              <a:ext cx="511175" cy="26289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295207" y="3137535"/>
              <a:ext cx="511175" cy="26289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Rectangle 2"/>
            <p:cNvSpPr>
              <a:spLocks noChangeArrowheads="1"/>
            </p:cNvSpPr>
            <p:nvPr/>
          </p:nvSpPr>
          <p:spPr bwMode="auto">
            <a:xfrm>
              <a:off x="2631122" y="2367280"/>
              <a:ext cx="184785" cy="3695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2416492" y="3149600"/>
            <a:ext cx="304800" cy="238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04800" imgH="241300" progId="Equation.DSMT4">
                    <p:embed/>
                  </p:oleObj>
                </mc:Choice>
                <mc:Fallback>
                  <p:oleObj name="Equation" r:id="rId2" imgW="304800" imgH="241300" progId="Equation.DSMT4">
                    <p:embed/>
                    <p:pic>
                      <p:nvPicPr>
                        <p:cNvPr id="3" name="对象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6492" y="3149600"/>
                          <a:ext cx="304800" cy="2381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/>
          </p:nvGraphicFramePr>
          <p:xfrm>
            <a:off x="2435542" y="3442335"/>
            <a:ext cx="266700" cy="238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67970" imgH="239395" progId="Equation.DSMT4">
                    <p:embed/>
                  </p:oleObj>
                </mc:Choice>
                <mc:Fallback>
                  <p:oleObj name="Equation" r:id="rId4" imgW="267970" imgH="239395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435542" y="3442335"/>
                          <a:ext cx="266700" cy="2381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/>
            <p:cNvGraphicFramePr>
              <a:graphicFrameLocks noChangeAspect="1"/>
            </p:cNvGraphicFramePr>
            <p:nvPr/>
          </p:nvGraphicFramePr>
          <p:xfrm>
            <a:off x="2436812" y="3745865"/>
            <a:ext cx="266700" cy="238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67970" imgH="239395" progId="Equation.DSMT4">
                    <p:embed/>
                  </p:oleObj>
                </mc:Choice>
                <mc:Fallback>
                  <p:oleObj name="Equation" r:id="rId6" imgW="267970" imgH="239395" progId="Equation.DSMT4">
                    <p:embed/>
                    <p:pic>
                      <p:nvPicPr>
                        <p:cNvPr id="12" name="对象 11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436812" y="3745865"/>
                          <a:ext cx="266700" cy="2381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15"/>
            <p:cNvSpPr txBox="1"/>
            <p:nvPr/>
          </p:nvSpPr>
          <p:spPr>
            <a:xfrm>
              <a:off x="1894522" y="2965450"/>
              <a:ext cx="1310005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 Observation</a:t>
              </a:r>
              <a:endParaRPr lang="zh-CN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045777" y="3429635"/>
              <a:ext cx="262890" cy="26289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8" name="对象 47"/>
            <p:cNvGraphicFramePr>
              <a:graphicFrameLocks noChangeAspect="1"/>
            </p:cNvGraphicFramePr>
            <p:nvPr/>
          </p:nvGraphicFramePr>
          <p:xfrm>
            <a:off x="3107372" y="3428365"/>
            <a:ext cx="161925" cy="238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3195" imgH="239395" progId="Equation.DSMT4">
                    <p:embed/>
                  </p:oleObj>
                </mc:Choice>
                <mc:Fallback>
                  <p:oleObj name="Equation" r:id="rId8" imgW="163195" imgH="239395" progId="Equation.DSMT4">
                    <p:embed/>
                    <p:pic>
                      <p:nvPicPr>
                        <p:cNvPr id="48" name="对象 47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107372" y="3428365"/>
                          <a:ext cx="161925" cy="2381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2" name="直接箭头连接符 51"/>
            <p:cNvCxnSpPr>
              <a:stCxn id="7" idx="6"/>
              <a:endCxn id="47" idx="2"/>
            </p:cNvCxnSpPr>
            <p:nvPr/>
          </p:nvCxnSpPr>
          <p:spPr>
            <a:xfrm>
              <a:off x="2806382" y="3268980"/>
              <a:ext cx="239395" cy="292100"/>
            </a:xfrm>
            <a:prstGeom prst="straightConnector1">
              <a:avLst/>
            </a:prstGeom>
            <a:ln>
              <a:tailEnd type="triangle" w="sm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stCxn id="8" idx="6"/>
              <a:endCxn id="47" idx="2"/>
            </p:cNvCxnSpPr>
            <p:nvPr/>
          </p:nvCxnSpPr>
          <p:spPr>
            <a:xfrm flipV="1">
              <a:off x="2806382" y="3561080"/>
              <a:ext cx="239395" cy="5715"/>
            </a:xfrm>
            <a:prstGeom prst="straightConnector1">
              <a:avLst/>
            </a:prstGeom>
            <a:ln>
              <a:tailEnd type="triangle" w="sm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>
              <a:stCxn id="9" idx="6"/>
              <a:endCxn id="47" idx="2"/>
            </p:cNvCxnSpPr>
            <p:nvPr/>
          </p:nvCxnSpPr>
          <p:spPr>
            <a:xfrm flipV="1">
              <a:off x="2807652" y="3561080"/>
              <a:ext cx="238125" cy="303530"/>
            </a:xfrm>
            <a:prstGeom prst="straightConnector1">
              <a:avLst/>
            </a:prstGeom>
            <a:ln>
              <a:tailEnd type="triangle" w="sm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椭圆 59"/>
            <p:cNvSpPr/>
            <p:nvPr/>
          </p:nvSpPr>
          <p:spPr>
            <a:xfrm>
              <a:off x="3045777" y="4300855"/>
              <a:ext cx="262890" cy="26289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1" name="对象 60"/>
            <p:cNvGraphicFramePr>
              <a:graphicFrameLocks noChangeAspect="1"/>
            </p:cNvGraphicFramePr>
            <p:nvPr/>
          </p:nvGraphicFramePr>
          <p:xfrm>
            <a:off x="3094672" y="4323715"/>
            <a:ext cx="1651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962400" imgH="4876800" progId="Equation.DSMT4">
                    <p:embed/>
                  </p:oleObj>
                </mc:Choice>
                <mc:Fallback>
                  <p:oleObj name="Equation" r:id="rId10" imgW="3962400" imgH="4876800" progId="Equation.DSMT4">
                    <p:embed/>
                    <p:pic>
                      <p:nvPicPr>
                        <p:cNvPr id="61" name="对象 60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094672" y="4323715"/>
                          <a:ext cx="1651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" name="矩形 65"/>
            <p:cNvSpPr/>
            <p:nvPr/>
          </p:nvSpPr>
          <p:spPr>
            <a:xfrm>
              <a:off x="1158557" y="4284345"/>
              <a:ext cx="1691640" cy="2971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1029017" y="4299585"/>
              <a:ext cx="1950720" cy="261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ctr"/>
              <a:r>
                <a:rPr lang="en-US" altLang="zh-CN" dirty="0"/>
                <a:t>Disturbance Information</a:t>
              </a:r>
              <a:endParaRPr lang="zh-CN" altLang="en-US" dirty="0"/>
            </a:p>
          </p:txBody>
        </p:sp>
        <p:cxnSp>
          <p:nvCxnSpPr>
            <p:cNvPr id="67" name="直接箭头连接符 66"/>
            <p:cNvCxnSpPr>
              <a:stCxn id="66" idx="3"/>
              <a:endCxn id="60" idx="2"/>
            </p:cNvCxnSpPr>
            <p:nvPr/>
          </p:nvCxnSpPr>
          <p:spPr>
            <a:xfrm>
              <a:off x="2850197" y="4432935"/>
              <a:ext cx="195580" cy="0"/>
            </a:xfrm>
            <a:prstGeom prst="straightConnector1">
              <a:avLst/>
            </a:prstGeom>
            <a:ln>
              <a:tailEnd type="triangle" w="sm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文本框 81"/>
            <p:cNvSpPr txBox="1"/>
            <p:nvPr/>
          </p:nvSpPr>
          <p:spPr>
            <a:xfrm>
              <a:off x="3678872" y="3419475"/>
              <a:ext cx="2330450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Prediction Horizon</a:t>
              </a:r>
            </a:p>
          </p:txBody>
        </p:sp>
        <p:sp>
          <p:nvSpPr>
            <p:cNvPr id="83" name="矩形 82"/>
            <p:cNvSpPr/>
            <p:nvPr/>
          </p:nvSpPr>
          <p:spPr>
            <a:xfrm>
              <a:off x="3734117" y="3699510"/>
              <a:ext cx="2172970" cy="55181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mpd="sng">
              <a:solidFill>
                <a:schemeClr val="tx1"/>
              </a:solidFill>
              <a:prstDash val="solid"/>
              <a:headEnd type="none" w="med" len="lg"/>
              <a:tailEnd type="non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3727449" y="3710940"/>
              <a:ext cx="217297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Rolling Optimization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Objective: min J(Delay, Crowding , Affected Pax)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6406832" y="3268345"/>
              <a:ext cx="262890" cy="26289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7" name="对象 86"/>
            <p:cNvGraphicFramePr>
              <a:graphicFrameLocks noChangeAspect="1"/>
            </p:cNvGraphicFramePr>
            <p:nvPr/>
          </p:nvGraphicFramePr>
          <p:xfrm>
            <a:off x="6462712" y="3277870"/>
            <a:ext cx="1524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657600" imgH="5486400" progId="Equation.DSMT4">
                    <p:embed/>
                  </p:oleObj>
                </mc:Choice>
                <mc:Fallback>
                  <p:oleObj name="Equation" r:id="rId12" imgW="3657600" imgH="5486400" progId="Equation.DSMT4">
                    <p:embed/>
                    <p:pic>
                      <p:nvPicPr>
                        <p:cNvPr id="87" name="对象 86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6462712" y="3277870"/>
                          <a:ext cx="1524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8" name="椭圆 87"/>
            <p:cNvSpPr/>
            <p:nvPr/>
          </p:nvSpPr>
          <p:spPr>
            <a:xfrm>
              <a:off x="6406832" y="3702685"/>
              <a:ext cx="262890" cy="26289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9" name="对象 88"/>
            <p:cNvGraphicFramePr>
              <a:graphicFrameLocks noChangeAspect="1"/>
            </p:cNvGraphicFramePr>
            <p:nvPr/>
          </p:nvGraphicFramePr>
          <p:xfrm>
            <a:off x="6418262" y="3712845"/>
            <a:ext cx="241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791200" imgH="5486400" progId="Equation.DSMT4">
                    <p:embed/>
                  </p:oleObj>
                </mc:Choice>
                <mc:Fallback>
                  <p:oleObj name="Equation" r:id="rId14" imgW="5791200" imgH="5486400" progId="Equation.DSMT4">
                    <p:embed/>
                    <p:pic>
                      <p:nvPicPr>
                        <p:cNvPr id="89" name="对象 88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418262" y="3712845"/>
                          <a:ext cx="241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" name="椭圆 89"/>
            <p:cNvSpPr/>
            <p:nvPr/>
          </p:nvSpPr>
          <p:spPr>
            <a:xfrm>
              <a:off x="6406832" y="4137025"/>
              <a:ext cx="262890" cy="26289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1" name="对象 90"/>
            <p:cNvGraphicFramePr>
              <a:graphicFrameLocks noChangeAspect="1"/>
            </p:cNvGraphicFramePr>
            <p:nvPr/>
          </p:nvGraphicFramePr>
          <p:xfrm>
            <a:off x="6411912" y="4146550"/>
            <a:ext cx="2540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096000" imgH="5486400" progId="Equation.DSMT4">
                    <p:embed/>
                  </p:oleObj>
                </mc:Choice>
                <mc:Fallback>
                  <p:oleObj name="Equation" r:id="rId16" imgW="6096000" imgH="5486400" progId="Equation.DSMT4">
                    <p:embed/>
                    <p:pic>
                      <p:nvPicPr>
                        <p:cNvPr id="91" name="对象 90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411912" y="4146550"/>
                          <a:ext cx="2540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" name="文本框 94"/>
            <p:cNvSpPr txBox="1"/>
            <p:nvPr/>
          </p:nvSpPr>
          <p:spPr>
            <a:xfrm>
              <a:off x="6330632" y="4448810"/>
              <a:ext cx="461645" cy="26543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···</a:t>
              </a:r>
              <a:endParaRPr lang="zh-CN" altLang="en-US" dirty="0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835342" y="2726690"/>
              <a:ext cx="120713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1</a:t>
              </a:r>
            </a:p>
          </p:txBody>
        </p:sp>
        <p:sp>
          <p:nvSpPr>
            <p:cNvPr id="96" name="箭头: 下 24"/>
            <p:cNvSpPr/>
            <p:nvPr/>
          </p:nvSpPr>
          <p:spPr>
            <a:xfrm rot="18420000">
              <a:off x="3395027" y="3618865"/>
              <a:ext cx="234950" cy="210185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箭头: 下 24"/>
            <p:cNvSpPr/>
            <p:nvPr/>
          </p:nvSpPr>
          <p:spPr>
            <a:xfrm rot="13800000">
              <a:off x="3395027" y="4137660"/>
              <a:ext cx="234950" cy="210185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0" name="箭头: 下 24"/>
            <p:cNvSpPr/>
            <p:nvPr/>
          </p:nvSpPr>
          <p:spPr>
            <a:xfrm rot="13620000">
              <a:off x="6117907" y="3487420"/>
              <a:ext cx="234950" cy="295275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341937" y="6482080"/>
              <a:ext cx="511175" cy="26289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340667" y="6183630"/>
              <a:ext cx="511175" cy="26289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340667" y="5885815"/>
              <a:ext cx="511175" cy="26289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5" name="对象 24"/>
            <p:cNvGraphicFramePr>
              <a:graphicFrameLocks noChangeAspect="1"/>
            </p:cNvGraphicFramePr>
            <p:nvPr/>
          </p:nvGraphicFramePr>
          <p:xfrm>
            <a:off x="5461952" y="5899150"/>
            <a:ext cx="304800" cy="238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7315200" imgH="5791200" progId="Equation.DSMT4">
                    <p:embed/>
                  </p:oleObj>
                </mc:Choice>
                <mc:Fallback>
                  <p:oleObj name="Equation" r:id="rId18" imgW="7315200" imgH="5791200" progId="Equation.DSMT4">
                    <p:embed/>
                    <p:pic>
                      <p:nvPicPr>
                        <p:cNvPr id="25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1952" y="5899150"/>
                          <a:ext cx="304800" cy="2381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/>
            <p:cNvGraphicFramePr>
              <a:graphicFrameLocks noChangeAspect="1"/>
            </p:cNvGraphicFramePr>
            <p:nvPr/>
          </p:nvGraphicFramePr>
          <p:xfrm>
            <a:off x="5481002" y="6191250"/>
            <a:ext cx="265430" cy="2400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6400800" imgH="5791200" progId="Equation.DSMT4">
                    <p:embed/>
                  </p:oleObj>
                </mc:Choice>
                <mc:Fallback>
                  <p:oleObj name="Equation" r:id="rId20" imgW="6400800" imgH="5791200" progId="Equation.DSMT4">
                    <p:embed/>
                    <p:pic>
                      <p:nvPicPr>
                        <p:cNvPr id="31" name="对象 30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481002" y="6191250"/>
                          <a:ext cx="265430" cy="2400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/>
            <p:cNvGraphicFramePr>
              <a:graphicFrameLocks noChangeAspect="1"/>
            </p:cNvGraphicFramePr>
            <p:nvPr/>
          </p:nvGraphicFramePr>
          <p:xfrm>
            <a:off x="5482907" y="6494780"/>
            <a:ext cx="264795" cy="239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400800" imgH="5791200" progId="Equation.DSMT4">
                    <p:embed/>
                  </p:oleObj>
                </mc:Choice>
                <mc:Fallback>
                  <p:oleObj name="Equation" r:id="rId22" imgW="6400800" imgH="5791200" progId="Equation.DSMT4">
                    <p:embed/>
                    <p:pic>
                      <p:nvPicPr>
                        <p:cNvPr id="35" name="对象 34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482907" y="6494780"/>
                          <a:ext cx="264795" cy="2393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文本框 39"/>
            <p:cNvSpPr txBox="1"/>
            <p:nvPr/>
          </p:nvSpPr>
          <p:spPr>
            <a:xfrm>
              <a:off x="5172392" y="5681345"/>
              <a:ext cx="1310005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 Observation</a:t>
              </a:r>
              <a:endParaRPr lang="zh-CN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6091237" y="6178550"/>
              <a:ext cx="262890" cy="26289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5" name="对象 44"/>
            <p:cNvGraphicFramePr>
              <a:graphicFrameLocks noChangeAspect="1"/>
            </p:cNvGraphicFramePr>
            <p:nvPr/>
          </p:nvGraphicFramePr>
          <p:xfrm>
            <a:off x="6109652" y="6181725"/>
            <a:ext cx="250825" cy="227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6096000" imgH="5486400" progId="Equation.DSMT4">
                    <p:embed/>
                  </p:oleObj>
                </mc:Choice>
                <mc:Fallback>
                  <p:oleObj name="Equation" r:id="rId24" imgW="6096000" imgH="5486400" progId="Equation.DSMT4">
                    <p:embed/>
                    <p:pic>
                      <p:nvPicPr>
                        <p:cNvPr id="45" name="对象 44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6109652" y="6181725"/>
                          <a:ext cx="250825" cy="2273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9" name="直接箭头连接符 48"/>
            <p:cNvCxnSpPr>
              <a:endCxn id="21" idx="2"/>
            </p:cNvCxnSpPr>
            <p:nvPr/>
          </p:nvCxnSpPr>
          <p:spPr>
            <a:xfrm>
              <a:off x="5851842" y="6017260"/>
              <a:ext cx="239395" cy="292100"/>
            </a:xfrm>
            <a:prstGeom prst="straightConnector1">
              <a:avLst/>
            </a:prstGeom>
            <a:ln>
              <a:tailEnd type="triangle" w="sm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>
              <a:endCxn id="21" idx="2"/>
            </p:cNvCxnSpPr>
            <p:nvPr/>
          </p:nvCxnSpPr>
          <p:spPr>
            <a:xfrm flipV="1">
              <a:off x="5851842" y="6309995"/>
              <a:ext cx="239395" cy="5715"/>
            </a:xfrm>
            <a:prstGeom prst="straightConnector1">
              <a:avLst/>
            </a:prstGeom>
            <a:ln>
              <a:tailEnd type="triangle" w="sm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>
              <a:endCxn id="21" idx="2"/>
            </p:cNvCxnSpPr>
            <p:nvPr/>
          </p:nvCxnSpPr>
          <p:spPr>
            <a:xfrm flipV="1">
              <a:off x="5853112" y="6309995"/>
              <a:ext cx="238125" cy="303530"/>
            </a:xfrm>
            <a:prstGeom prst="straightConnector1">
              <a:avLst/>
            </a:prstGeom>
            <a:ln>
              <a:tailEnd type="triangle" w="sm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椭圆 52"/>
            <p:cNvSpPr/>
            <p:nvPr/>
          </p:nvSpPr>
          <p:spPr>
            <a:xfrm>
              <a:off x="6091237" y="7049770"/>
              <a:ext cx="262890" cy="26289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5" name="对象 54"/>
            <p:cNvGraphicFramePr>
              <a:graphicFrameLocks noChangeAspect="1"/>
            </p:cNvGraphicFramePr>
            <p:nvPr/>
          </p:nvGraphicFramePr>
          <p:xfrm>
            <a:off x="6129972" y="7077075"/>
            <a:ext cx="231775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4876800" imgH="4876800" progId="Equation.DSMT4">
                    <p:embed/>
                  </p:oleObj>
                </mc:Choice>
                <mc:Fallback>
                  <p:oleObj name="Equation" r:id="rId26" imgW="4876800" imgH="4876800" progId="Equation.DSMT4">
                    <p:embed/>
                    <p:pic>
                      <p:nvPicPr>
                        <p:cNvPr id="55" name="对象 54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6129972" y="7077075"/>
                          <a:ext cx="231775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" name="矩形 58"/>
            <p:cNvSpPr/>
            <p:nvPr/>
          </p:nvSpPr>
          <p:spPr>
            <a:xfrm>
              <a:off x="4204017" y="7032625"/>
              <a:ext cx="1691640" cy="2971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4074477" y="7047865"/>
              <a:ext cx="1950720" cy="261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ctr"/>
              <a:r>
                <a:rPr lang="en-US" altLang="zh-CN" dirty="0"/>
                <a:t>Disturbance Information</a:t>
              </a:r>
              <a:endParaRPr lang="zh-CN" altLang="en-US" dirty="0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6724332" y="6168390"/>
              <a:ext cx="2330450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Prediction Horizon</a:t>
              </a:r>
            </a:p>
          </p:txBody>
        </p:sp>
        <p:sp>
          <p:nvSpPr>
            <p:cNvPr id="68" name="矩形 67"/>
            <p:cNvSpPr/>
            <p:nvPr/>
          </p:nvSpPr>
          <p:spPr>
            <a:xfrm>
              <a:off x="6779577" y="6448425"/>
              <a:ext cx="2172970" cy="55181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mpd="sng">
              <a:solidFill>
                <a:schemeClr val="tx1"/>
              </a:solidFill>
              <a:prstDash val="solid"/>
              <a:headEnd type="none" w="med" len="lg"/>
              <a:tailEnd type="non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9452292" y="6017260"/>
              <a:ext cx="262890" cy="26289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9452292" y="6450965"/>
              <a:ext cx="262890" cy="26289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9452292" y="6885305"/>
              <a:ext cx="262890" cy="26289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9376092" y="7197090"/>
              <a:ext cx="461645" cy="26543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···</a:t>
              </a:r>
              <a:endParaRPr lang="zh-CN" altLang="en-US" dirty="0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3864927" y="5469890"/>
              <a:ext cx="120713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2</a:t>
              </a:r>
            </a:p>
          </p:txBody>
        </p:sp>
        <p:sp>
          <p:nvSpPr>
            <p:cNvPr id="98" name="箭头: 下 24"/>
            <p:cNvSpPr/>
            <p:nvPr/>
          </p:nvSpPr>
          <p:spPr>
            <a:xfrm rot="18420000">
              <a:off x="6445567" y="6342380"/>
              <a:ext cx="234950" cy="210185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9" name="箭头: 下 24"/>
            <p:cNvSpPr/>
            <p:nvPr/>
          </p:nvSpPr>
          <p:spPr>
            <a:xfrm rot="13800000">
              <a:off x="6445567" y="6861175"/>
              <a:ext cx="234950" cy="210185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箭头: 下 24"/>
            <p:cNvSpPr/>
            <p:nvPr/>
          </p:nvSpPr>
          <p:spPr>
            <a:xfrm rot="13620000">
              <a:off x="9146857" y="6229985"/>
              <a:ext cx="234950" cy="295275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6798309" y="6437491"/>
              <a:ext cx="2145348" cy="574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Rolling Optimization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Objective: min J(Delay, Crowding , Affected Pax)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3762510" y="1586866"/>
              <a:ext cx="3352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Δt</a:t>
              </a:r>
              <a:endParaRPr lang="zh-CN" altLang="en-US" sz="1200" i="1" dirty="0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6804250" y="1586866"/>
              <a:ext cx="43905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2Δt</a:t>
              </a:r>
              <a:endParaRPr lang="zh-CN" altLang="en-US" sz="1200" i="1" dirty="0"/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758305" y="1586866"/>
              <a:ext cx="3352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1200" i="1" dirty="0"/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9863358" y="1586866"/>
              <a:ext cx="43905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3Δt</a:t>
              </a:r>
              <a:endParaRPr lang="zh-CN" altLang="en-US" sz="1200" i="1" dirty="0"/>
            </a:p>
          </p:txBody>
        </p:sp>
        <p:graphicFrame>
          <p:nvGraphicFramePr>
            <p:cNvPr id="112" name="对象 111"/>
            <p:cNvGraphicFramePr>
              <a:graphicFrameLocks noChangeAspect="1"/>
            </p:cNvGraphicFramePr>
            <p:nvPr/>
          </p:nvGraphicFramePr>
          <p:xfrm>
            <a:off x="9493250" y="5989684"/>
            <a:ext cx="177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79705" imgH="280670" progId="Equation.DSMT4">
                    <p:embed/>
                  </p:oleObj>
                </mc:Choice>
                <mc:Fallback>
                  <p:oleObj name="Equation" r:id="rId28" imgW="179705" imgH="280670" progId="Equation.DSMT4">
                    <p:embed/>
                    <p:pic>
                      <p:nvPicPr>
                        <p:cNvPr id="112" name="对象 111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9493250" y="5989684"/>
                          <a:ext cx="177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" name="对象 112"/>
            <p:cNvGraphicFramePr>
              <a:graphicFrameLocks noChangeAspect="1"/>
            </p:cNvGraphicFramePr>
            <p:nvPr/>
          </p:nvGraphicFramePr>
          <p:xfrm>
            <a:off x="9448800" y="6434932"/>
            <a:ext cx="266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400800" imgH="6705600" progId="Equation.DSMT4">
                    <p:embed/>
                  </p:oleObj>
                </mc:Choice>
                <mc:Fallback>
                  <p:oleObj name="Equation" r:id="rId30" imgW="6400800" imgH="6705600" progId="Equation.DSMT4">
                    <p:embed/>
                    <p:pic>
                      <p:nvPicPr>
                        <p:cNvPr id="113" name="对象 112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9448800" y="6434932"/>
                          <a:ext cx="266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" name="对象 113"/>
            <p:cNvGraphicFramePr>
              <a:graphicFrameLocks noChangeAspect="1"/>
            </p:cNvGraphicFramePr>
            <p:nvPr/>
          </p:nvGraphicFramePr>
          <p:xfrm>
            <a:off x="9442450" y="6880180"/>
            <a:ext cx="2794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6705600" imgH="6705600" progId="Equation.DSMT4">
                    <p:embed/>
                  </p:oleObj>
                </mc:Choice>
                <mc:Fallback>
                  <p:oleObj name="Equation" r:id="rId32" imgW="6705600" imgH="6705600" progId="Equation.DSMT4">
                    <p:embed/>
                    <p:pic>
                      <p:nvPicPr>
                        <p:cNvPr id="114" name="对象 113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9442450" y="6880180"/>
                          <a:ext cx="2794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5" name="矩形 114"/>
            <p:cNvSpPr/>
            <p:nvPr/>
          </p:nvSpPr>
          <p:spPr>
            <a:xfrm>
              <a:off x="7298690" y="4237990"/>
              <a:ext cx="1518647" cy="47625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Real System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9" name="连接符: 肘形 118"/>
            <p:cNvCxnSpPr>
              <a:stCxn id="86" idx="6"/>
              <a:endCxn id="115" idx="0"/>
            </p:cNvCxnSpPr>
            <p:nvPr/>
          </p:nvCxnSpPr>
          <p:spPr>
            <a:xfrm>
              <a:off x="6669722" y="3399790"/>
              <a:ext cx="1388292" cy="838200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连接符: 肘形 120"/>
            <p:cNvCxnSpPr>
              <a:stCxn id="115" idx="2"/>
              <a:endCxn id="23" idx="2"/>
            </p:cNvCxnSpPr>
            <p:nvPr/>
          </p:nvCxnSpPr>
          <p:spPr>
            <a:xfrm rot="5400000">
              <a:off x="6047831" y="4007077"/>
              <a:ext cx="1303020" cy="2717347"/>
            </a:xfrm>
            <a:prstGeom prst="bentConnector4">
              <a:avLst>
                <a:gd name="adj1" fmla="val 44956"/>
                <a:gd name="adj2" fmla="val 108413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连接符: 肘形 134"/>
            <p:cNvCxnSpPr/>
            <p:nvPr/>
          </p:nvCxnSpPr>
          <p:spPr>
            <a:xfrm rot="5400000">
              <a:off x="6047831" y="4299178"/>
              <a:ext cx="1303020" cy="2717347"/>
            </a:xfrm>
            <a:prstGeom prst="bentConnector4">
              <a:avLst>
                <a:gd name="adj1" fmla="val 22478"/>
                <a:gd name="adj2" fmla="val 108413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连接符: 肘形 135"/>
            <p:cNvCxnSpPr/>
            <p:nvPr/>
          </p:nvCxnSpPr>
          <p:spPr>
            <a:xfrm rot="5400000">
              <a:off x="6047831" y="4603979"/>
              <a:ext cx="1303020" cy="2717347"/>
            </a:xfrm>
            <a:prstGeom prst="bentConnector4">
              <a:avLst>
                <a:gd name="adj1" fmla="val -792"/>
                <a:gd name="adj2" fmla="val 108413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70" name="对象 69"/>
            <p:cNvGraphicFramePr>
              <a:graphicFrameLocks noChangeAspect="1"/>
            </p:cNvGraphicFramePr>
            <p:nvPr/>
          </p:nvGraphicFramePr>
          <p:xfrm>
            <a:off x="7374640" y="2713439"/>
            <a:ext cx="1029834" cy="276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24993600" imgH="6705600" progId="Equation.DSMT4">
                    <p:embed/>
                  </p:oleObj>
                </mc:Choice>
                <mc:Fallback>
                  <p:oleObj name="Equation" r:id="rId34" imgW="24993600" imgH="6705600" progId="Equation.DSMT4">
                    <p:embed/>
                    <p:pic>
                      <p:nvPicPr>
                        <p:cNvPr id="70" name="对象 69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7374640" y="2713439"/>
                          <a:ext cx="1029834" cy="276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" name="椭圆 73"/>
            <p:cNvSpPr/>
            <p:nvPr/>
          </p:nvSpPr>
          <p:spPr>
            <a:xfrm>
              <a:off x="10032047" y="3563796"/>
              <a:ext cx="511175" cy="26289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10030777" y="3265981"/>
              <a:ext cx="511175" cy="26289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10030777" y="2968166"/>
              <a:ext cx="511175" cy="26289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4" name="对象 93"/>
            <p:cNvGraphicFramePr>
              <a:graphicFrameLocks noChangeAspect="1"/>
            </p:cNvGraphicFramePr>
            <p:nvPr/>
          </p:nvGraphicFramePr>
          <p:xfrm>
            <a:off x="10152062" y="2980231"/>
            <a:ext cx="304800" cy="238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304800" imgH="241300" progId="Equation.DSMT4">
                    <p:embed/>
                  </p:oleObj>
                </mc:Choice>
                <mc:Fallback>
                  <p:oleObj name="Equation" r:id="rId36" imgW="304800" imgH="241300" progId="Equation.DSMT4">
                    <p:embed/>
                    <p:pic>
                      <p:nvPicPr>
                        <p:cNvPr id="94" name="对象 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52062" y="2980231"/>
                          <a:ext cx="304800" cy="2381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" name="对象 102"/>
            <p:cNvGraphicFramePr>
              <a:graphicFrameLocks noChangeAspect="1"/>
            </p:cNvGraphicFramePr>
            <p:nvPr/>
          </p:nvGraphicFramePr>
          <p:xfrm>
            <a:off x="10171112" y="3272966"/>
            <a:ext cx="266700" cy="238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267970" imgH="239395" progId="Equation.DSMT4">
                    <p:embed/>
                  </p:oleObj>
                </mc:Choice>
                <mc:Fallback>
                  <p:oleObj name="Equation" r:id="rId37" imgW="267970" imgH="239395" progId="Equation.DSMT4">
                    <p:embed/>
                    <p:pic>
                      <p:nvPicPr>
                        <p:cNvPr id="103" name="对象 102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171112" y="3272966"/>
                          <a:ext cx="266700" cy="2381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" name="对象 104"/>
            <p:cNvGraphicFramePr>
              <a:graphicFrameLocks noChangeAspect="1"/>
            </p:cNvGraphicFramePr>
            <p:nvPr/>
          </p:nvGraphicFramePr>
          <p:xfrm>
            <a:off x="10172382" y="3576496"/>
            <a:ext cx="266700" cy="238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267970" imgH="239395" progId="Equation.DSMT4">
                    <p:embed/>
                  </p:oleObj>
                </mc:Choice>
                <mc:Fallback>
                  <p:oleObj name="Equation" r:id="rId38" imgW="267970" imgH="239395" progId="Equation.DSMT4">
                    <p:embed/>
                    <p:pic>
                      <p:nvPicPr>
                        <p:cNvPr id="105" name="对象 104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172382" y="3576496"/>
                          <a:ext cx="266700" cy="2381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" name="文本框 107"/>
            <p:cNvSpPr txBox="1"/>
            <p:nvPr/>
          </p:nvSpPr>
          <p:spPr>
            <a:xfrm>
              <a:off x="10518049" y="2942277"/>
              <a:ext cx="83860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 State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10417422" y="3256920"/>
              <a:ext cx="131227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Passenger State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10460741" y="3561720"/>
              <a:ext cx="143523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Infrastructure State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9951442" y="3916775"/>
              <a:ext cx="262890" cy="26289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6" name="对象 115"/>
            <p:cNvGraphicFramePr>
              <a:graphicFrameLocks noChangeAspect="1"/>
            </p:cNvGraphicFramePr>
            <p:nvPr/>
          </p:nvGraphicFramePr>
          <p:xfrm>
            <a:off x="10000337" y="3939635"/>
            <a:ext cx="1651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3962400" imgH="4876800" progId="Equation.DSMT4">
                    <p:embed/>
                  </p:oleObj>
                </mc:Choice>
                <mc:Fallback>
                  <p:oleObj name="Equation" r:id="rId39" imgW="3962400" imgH="4876800" progId="Equation.DSMT4">
                    <p:embed/>
                    <p:pic>
                      <p:nvPicPr>
                        <p:cNvPr id="116" name="对象 115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0000337" y="3939635"/>
                          <a:ext cx="1651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8" name="椭圆 117"/>
            <p:cNvSpPr/>
            <p:nvPr/>
          </p:nvSpPr>
          <p:spPr>
            <a:xfrm>
              <a:off x="9951442" y="4268470"/>
              <a:ext cx="262890" cy="26289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0" name="对象 119"/>
            <p:cNvGraphicFramePr>
              <a:graphicFrameLocks noChangeAspect="1"/>
            </p:cNvGraphicFramePr>
            <p:nvPr/>
          </p:nvGraphicFramePr>
          <p:xfrm>
            <a:off x="10007322" y="4277995"/>
            <a:ext cx="1524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3657600" imgH="5486400" progId="Equation.DSMT4">
                    <p:embed/>
                  </p:oleObj>
                </mc:Choice>
                <mc:Fallback>
                  <p:oleObj name="Equation" r:id="rId40" imgW="3657600" imgH="5486400" progId="Equation.DSMT4">
                    <p:embed/>
                    <p:pic>
                      <p:nvPicPr>
                        <p:cNvPr id="120" name="对象 119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0007322" y="4277995"/>
                          <a:ext cx="1524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" name="椭圆 122"/>
            <p:cNvSpPr/>
            <p:nvPr/>
          </p:nvSpPr>
          <p:spPr>
            <a:xfrm>
              <a:off x="10337659" y="4284345"/>
              <a:ext cx="262890" cy="26289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4" name="对象 123"/>
            <p:cNvGraphicFramePr>
              <a:graphicFrameLocks noChangeAspect="1"/>
            </p:cNvGraphicFramePr>
            <p:nvPr/>
          </p:nvGraphicFramePr>
          <p:xfrm>
            <a:off x="10378617" y="4256769"/>
            <a:ext cx="177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179705" imgH="280670" progId="Equation.DSMT4">
                    <p:embed/>
                  </p:oleObj>
                </mc:Choice>
                <mc:Fallback>
                  <p:oleObj name="Equation" r:id="rId41" imgW="179705" imgH="280670" progId="Equation.DSMT4">
                    <p:embed/>
                    <p:pic>
                      <p:nvPicPr>
                        <p:cNvPr id="124" name="对象 123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10378617" y="4256769"/>
                          <a:ext cx="177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6" name="椭圆 125"/>
            <p:cNvSpPr/>
            <p:nvPr/>
          </p:nvSpPr>
          <p:spPr>
            <a:xfrm>
              <a:off x="10330338" y="3916045"/>
              <a:ext cx="262890" cy="26289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8" name="对象 127"/>
            <p:cNvGraphicFramePr>
              <a:graphicFrameLocks noChangeAspect="1"/>
            </p:cNvGraphicFramePr>
            <p:nvPr/>
          </p:nvGraphicFramePr>
          <p:xfrm>
            <a:off x="10369073" y="3943350"/>
            <a:ext cx="231775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4876800" imgH="4876800" progId="Equation.DSMT4">
                    <p:embed/>
                  </p:oleObj>
                </mc:Choice>
                <mc:Fallback>
                  <p:oleObj name="Equation" r:id="rId42" imgW="4876800" imgH="4876800" progId="Equation.DSMT4">
                    <p:embed/>
                    <p:pic>
                      <p:nvPicPr>
                        <p:cNvPr id="128" name="对象 127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0369073" y="3943350"/>
                          <a:ext cx="231775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0" name="椭圆 129"/>
            <p:cNvSpPr/>
            <p:nvPr/>
          </p:nvSpPr>
          <p:spPr>
            <a:xfrm>
              <a:off x="9951442" y="4638561"/>
              <a:ext cx="262890" cy="26289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1" name="对象 130"/>
            <p:cNvGraphicFramePr>
              <a:graphicFrameLocks noChangeAspect="1"/>
            </p:cNvGraphicFramePr>
            <p:nvPr/>
          </p:nvGraphicFramePr>
          <p:xfrm>
            <a:off x="9962872" y="4648721"/>
            <a:ext cx="241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5791200" imgH="5486400" progId="Equation.DSMT4">
                    <p:embed/>
                  </p:oleObj>
                </mc:Choice>
                <mc:Fallback>
                  <p:oleObj name="Equation" r:id="rId43" imgW="5791200" imgH="5486400" progId="Equation.DSMT4">
                    <p:embed/>
                    <p:pic>
                      <p:nvPicPr>
                        <p:cNvPr id="131" name="对象 130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9962872" y="4648721"/>
                          <a:ext cx="241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" name="椭圆 132"/>
            <p:cNvSpPr/>
            <p:nvPr/>
          </p:nvSpPr>
          <p:spPr>
            <a:xfrm>
              <a:off x="10332402" y="4654073"/>
              <a:ext cx="262890" cy="26289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4" name="对象 133"/>
            <p:cNvGraphicFramePr>
              <a:graphicFrameLocks noChangeAspect="1"/>
            </p:cNvGraphicFramePr>
            <p:nvPr/>
          </p:nvGraphicFramePr>
          <p:xfrm>
            <a:off x="10328910" y="4638040"/>
            <a:ext cx="266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6400800" imgH="6705600" progId="Equation.DSMT4">
                    <p:embed/>
                  </p:oleObj>
                </mc:Choice>
                <mc:Fallback>
                  <p:oleObj name="Equation" r:id="rId44" imgW="6400800" imgH="6705600" progId="Equation.DSMT4">
                    <p:embed/>
                    <p:pic>
                      <p:nvPicPr>
                        <p:cNvPr id="134" name="对象 133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10328910" y="4638040"/>
                          <a:ext cx="266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" name="文本框 137"/>
            <p:cNvSpPr txBox="1"/>
            <p:nvPr/>
          </p:nvSpPr>
          <p:spPr>
            <a:xfrm>
              <a:off x="10532179" y="3911134"/>
              <a:ext cx="199251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Predicted Disturbance Duration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10546466" y="4282282"/>
              <a:ext cx="215988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Immediate Optimal Control Action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10460741" y="4660424"/>
              <a:ext cx="165029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Tentative Future Action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373731" y="109210"/>
            <a:ext cx="7412048" cy="10627370"/>
            <a:chOff x="1373731" y="109210"/>
            <a:chExt cx="7412048" cy="10627370"/>
          </a:xfrm>
        </p:grpSpPr>
        <p:sp>
          <p:nvSpPr>
            <p:cNvPr id="16" name="矩形 15"/>
            <p:cNvSpPr/>
            <p:nvPr/>
          </p:nvSpPr>
          <p:spPr>
            <a:xfrm>
              <a:off x="2324735" y="2246203"/>
              <a:ext cx="6424930" cy="35428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81743" y="608073"/>
              <a:ext cx="1975756" cy="597961"/>
            </a:xfrm>
            <a:prstGeom prst="rect">
              <a:avLst/>
            </a:prstGeom>
          </p:spPr>
        </p:pic>
        <p:sp>
          <p:nvSpPr>
            <p:cNvPr id="44" name="矩形 43"/>
            <p:cNvSpPr/>
            <p:nvPr/>
          </p:nvSpPr>
          <p:spPr>
            <a:xfrm>
              <a:off x="2548166" y="436741"/>
              <a:ext cx="1001485" cy="27205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原始运行图</a:t>
              </a:r>
            </a:p>
          </p:txBody>
        </p:sp>
        <p:sp>
          <p:nvSpPr>
            <p:cNvPr id="47" name="矩形 46"/>
            <p:cNvSpPr/>
            <p:nvPr/>
          </p:nvSpPr>
          <p:spPr>
            <a:xfrm>
              <a:off x="3799116" y="450342"/>
              <a:ext cx="1001485" cy="25845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初始参数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5050066" y="445940"/>
              <a:ext cx="1001485" cy="26285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中断设定</a:t>
              </a:r>
            </a:p>
          </p:txBody>
        </p:sp>
        <p:sp>
          <p:nvSpPr>
            <p:cNvPr id="49" name="矩形 48"/>
            <p:cNvSpPr/>
            <p:nvPr/>
          </p:nvSpPr>
          <p:spPr>
            <a:xfrm>
              <a:off x="4416022" y="1109640"/>
              <a:ext cx="1001485" cy="2156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奖惩反馈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1" name="连接符: 肘形 50"/>
            <p:cNvCxnSpPr>
              <a:stCxn id="44" idx="2"/>
              <a:endCxn id="46" idx="0"/>
            </p:cNvCxnSpPr>
            <p:nvPr/>
          </p:nvCxnSpPr>
          <p:spPr>
            <a:xfrm rot="16200000" flipH="1">
              <a:off x="3173039" y="584662"/>
              <a:ext cx="400259" cy="648519"/>
            </a:xfrm>
            <a:prstGeom prst="bentConnector3">
              <a:avLst/>
            </a:prstGeom>
            <a:ln w="9525">
              <a:solidFill>
                <a:schemeClr val="accent1"/>
              </a:solidFill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连接符: 肘形 54"/>
            <p:cNvCxnSpPr>
              <a:stCxn id="47" idx="2"/>
              <a:endCxn id="49" idx="0"/>
            </p:cNvCxnSpPr>
            <p:nvPr/>
          </p:nvCxnSpPr>
          <p:spPr>
            <a:xfrm rot="16200000" flipH="1">
              <a:off x="4407889" y="600764"/>
              <a:ext cx="400846" cy="616906"/>
            </a:xfrm>
            <a:prstGeom prst="bentConnector3">
              <a:avLst/>
            </a:prstGeom>
            <a:ln w="9525">
              <a:solidFill>
                <a:schemeClr val="accent1"/>
              </a:solidFill>
              <a:headEnd type="none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肘形连接符 1"/>
            <p:cNvCxnSpPr>
              <a:stCxn id="48" idx="2"/>
              <a:endCxn id="49" idx="0"/>
            </p:cNvCxnSpPr>
            <p:nvPr/>
          </p:nvCxnSpPr>
          <p:spPr>
            <a:xfrm rot="5400000">
              <a:off x="5033364" y="592194"/>
              <a:ext cx="400847" cy="634044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accent1"/>
              </a:solidFill>
              <a:headEnd type="none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/>
          </p:nvSpPr>
          <p:spPr>
            <a:xfrm>
              <a:off x="2324735" y="109210"/>
              <a:ext cx="6424930" cy="1302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2911702" y="3611638"/>
              <a:ext cx="3136136" cy="278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Transformer</a:t>
              </a:r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状态层网络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2911702" y="4140319"/>
              <a:ext cx="1388156" cy="2780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连续动作网络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4659683" y="4140319"/>
              <a:ext cx="1388155" cy="278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离散动作网络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7005170" y="4040119"/>
              <a:ext cx="1073932" cy="4784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评价者网络</a:t>
              </a:r>
            </a:p>
          </p:txBody>
        </p:sp>
        <p:sp>
          <p:nvSpPr>
            <p:cNvPr id="46" name="矩形 45"/>
            <p:cNvSpPr/>
            <p:nvPr/>
          </p:nvSpPr>
          <p:spPr>
            <a:xfrm>
              <a:off x="3422268" y="1109052"/>
              <a:ext cx="550319" cy="2156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状态</a:t>
              </a:r>
            </a:p>
          </p:txBody>
        </p:sp>
        <p:cxnSp>
          <p:nvCxnSpPr>
            <p:cNvPr id="61" name="肘形连接符 1"/>
            <p:cNvCxnSpPr>
              <a:stCxn id="47" idx="2"/>
              <a:endCxn id="46" idx="0"/>
            </p:cNvCxnSpPr>
            <p:nvPr/>
          </p:nvCxnSpPr>
          <p:spPr>
            <a:xfrm rot="5400000">
              <a:off x="3798515" y="607708"/>
              <a:ext cx="400258" cy="602431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accent1"/>
              </a:solidFill>
              <a:headEnd type="none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矩形 110"/>
            <p:cNvSpPr/>
            <p:nvPr/>
          </p:nvSpPr>
          <p:spPr>
            <a:xfrm>
              <a:off x="7430842" y="182543"/>
              <a:ext cx="333147" cy="142132"/>
            </a:xfrm>
            <a:prstGeom prst="rect">
              <a:avLst/>
            </a:prstGeom>
            <a:pattFill prst="wdUpDiag">
              <a:fgClr>
                <a:schemeClr val="accent6"/>
              </a:fgClr>
              <a:bgClr>
                <a:schemeClr val="bg1"/>
              </a:bgClr>
            </a:patt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7821470" y="178982"/>
              <a:ext cx="964309" cy="1456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blocking interval</a:t>
              </a:r>
              <a:endPara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3" name="圆角矩形 34"/>
            <p:cNvSpPr/>
            <p:nvPr/>
          </p:nvSpPr>
          <p:spPr>
            <a:xfrm>
              <a:off x="7514240" y="405300"/>
              <a:ext cx="166350" cy="16635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7821470" y="412356"/>
              <a:ext cx="964309" cy="1456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return station</a:t>
              </a:r>
              <a:endPara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8" name="禁止符 117"/>
            <p:cNvSpPr/>
            <p:nvPr/>
          </p:nvSpPr>
          <p:spPr>
            <a:xfrm>
              <a:off x="7542136" y="203000"/>
              <a:ext cx="110557" cy="110557"/>
            </a:xfrm>
            <a:prstGeom prst="noSmoking">
              <a:avLst>
                <a:gd name="adj" fmla="val 7254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127" name="箭头: 下 24"/>
            <p:cNvSpPr/>
            <p:nvPr/>
          </p:nvSpPr>
          <p:spPr>
            <a:xfrm>
              <a:off x="5279609" y="1445835"/>
              <a:ext cx="510311" cy="295821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6" name="矩形 155"/>
            <p:cNvSpPr/>
            <p:nvPr/>
          </p:nvSpPr>
          <p:spPr>
            <a:xfrm>
              <a:off x="2480129" y="387670"/>
              <a:ext cx="3615871" cy="3965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7" name="箭头: 下 24"/>
            <p:cNvSpPr/>
            <p:nvPr/>
          </p:nvSpPr>
          <p:spPr>
            <a:xfrm rot="16200000">
              <a:off x="6235894" y="596659"/>
              <a:ext cx="226564" cy="292016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5" name="连接符: 肘形 164"/>
            <p:cNvCxnSpPr>
              <a:stCxn id="17" idx="2"/>
              <a:endCxn id="29" idx="0"/>
            </p:cNvCxnSpPr>
            <p:nvPr/>
          </p:nvCxnSpPr>
          <p:spPr>
            <a:xfrm rot="5400000">
              <a:off x="3917477" y="3578025"/>
              <a:ext cx="250597" cy="87399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连接符: 肘形 167"/>
            <p:cNvCxnSpPr>
              <a:stCxn id="17" idx="2"/>
              <a:endCxn id="30" idx="0"/>
            </p:cNvCxnSpPr>
            <p:nvPr/>
          </p:nvCxnSpPr>
          <p:spPr>
            <a:xfrm rot="16200000" flipH="1">
              <a:off x="4791467" y="3578024"/>
              <a:ext cx="250597" cy="87399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连接符: 肘形 205"/>
            <p:cNvCxnSpPr>
              <a:stCxn id="29" idx="2"/>
              <a:endCxn id="31" idx="2"/>
            </p:cNvCxnSpPr>
            <p:nvPr/>
          </p:nvCxnSpPr>
          <p:spPr>
            <a:xfrm rot="16200000" flipH="1">
              <a:off x="5523859" y="2500325"/>
              <a:ext cx="100199" cy="3936356"/>
            </a:xfrm>
            <a:prstGeom prst="bentConnector3">
              <a:avLst>
                <a:gd name="adj1" fmla="val 32814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连接符: 肘形 208"/>
            <p:cNvCxnSpPr>
              <a:stCxn id="30" idx="2"/>
              <a:endCxn id="31" idx="2"/>
            </p:cNvCxnSpPr>
            <p:nvPr/>
          </p:nvCxnSpPr>
          <p:spPr>
            <a:xfrm rot="16200000" flipH="1">
              <a:off x="6397848" y="3374315"/>
              <a:ext cx="100200" cy="2188375"/>
            </a:xfrm>
            <a:prstGeom prst="bentConnector3">
              <a:avLst>
                <a:gd name="adj1" fmla="val 32814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连接符: 肘形 225"/>
            <p:cNvCxnSpPr>
              <a:stCxn id="31" idx="1"/>
              <a:endCxn id="17" idx="3"/>
            </p:cNvCxnSpPr>
            <p:nvPr/>
          </p:nvCxnSpPr>
          <p:spPr>
            <a:xfrm rot="10800000">
              <a:off x="6047838" y="3750681"/>
              <a:ext cx="957332" cy="528681"/>
            </a:xfrm>
            <a:prstGeom prst="bentConnector3">
              <a:avLst>
                <a:gd name="adj1" fmla="val 6326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矩形 228"/>
            <p:cNvSpPr/>
            <p:nvPr/>
          </p:nvSpPr>
          <p:spPr>
            <a:xfrm>
              <a:off x="2480128" y="3525309"/>
              <a:ext cx="6136821" cy="13557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5" name="矩形 234"/>
            <p:cNvSpPr/>
            <p:nvPr/>
          </p:nvSpPr>
          <p:spPr>
            <a:xfrm>
              <a:off x="7652693" y="1745043"/>
              <a:ext cx="1096972" cy="2780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State Vector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6" name="矩形 235"/>
            <p:cNvSpPr/>
            <p:nvPr/>
          </p:nvSpPr>
          <p:spPr>
            <a:xfrm>
              <a:off x="2324735" y="1749584"/>
              <a:ext cx="3065136" cy="2780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Step1:Constructing state representation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7" name="箭头: 下 24"/>
            <p:cNvSpPr/>
            <p:nvPr/>
          </p:nvSpPr>
          <p:spPr>
            <a:xfrm rot="16200000">
              <a:off x="6422139" y="813243"/>
              <a:ext cx="125641" cy="2114353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1" name="矩形 240"/>
            <p:cNvSpPr/>
            <p:nvPr/>
          </p:nvSpPr>
          <p:spPr>
            <a:xfrm>
              <a:off x="6244639" y="6278954"/>
              <a:ext cx="2505026" cy="2780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Optimal Feasible Schedule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2" name="矩形 241"/>
            <p:cNvSpPr/>
            <p:nvPr/>
          </p:nvSpPr>
          <p:spPr>
            <a:xfrm>
              <a:off x="2324735" y="6283495"/>
              <a:ext cx="2327378" cy="2780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Step2: joint action set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3" name="箭头: 下 24"/>
            <p:cNvSpPr/>
            <p:nvPr/>
          </p:nvSpPr>
          <p:spPr>
            <a:xfrm rot="16200000">
              <a:off x="5382997" y="5638366"/>
              <a:ext cx="130758" cy="1577386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5" name="矩形 244"/>
            <p:cNvSpPr/>
            <p:nvPr/>
          </p:nvSpPr>
          <p:spPr>
            <a:xfrm>
              <a:off x="2324735" y="6726673"/>
              <a:ext cx="6424930" cy="40099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55" name="矩形 254"/>
            <p:cNvSpPr/>
            <p:nvPr/>
          </p:nvSpPr>
          <p:spPr>
            <a:xfrm>
              <a:off x="2480128" y="6842322"/>
              <a:ext cx="6136821" cy="67290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6" name="矩形 255"/>
            <p:cNvSpPr/>
            <p:nvPr/>
          </p:nvSpPr>
          <p:spPr>
            <a:xfrm>
              <a:off x="2480128" y="5159181"/>
              <a:ext cx="6136821" cy="48426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7" name="矩形 256"/>
            <p:cNvSpPr/>
            <p:nvPr/>
          </p:nvSpPr>
          <p:spPr>
            <a:xfrm>
              <a:off x="2480128" y="2419562"/>
              <a:ext cx="6136821" cy="82766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8" name="矩形 267"/>
            <p:cNvSpPr/>
            <p:nvPr/>
          </p:nvSpPr>
          <p:spPr>
            <a:xfrm>
              <a:off x="2548165" y="2909418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车站状态</a:t>
              </a:r>
            </a:p>
          </p:txBody>
        </p:sp>
        <p:sp>
          <p:nvSpPr>
            <p:cNvPr id="271" name="箭头: 下 24"/>
            <p:cNvSpPr/>
            <p:nvPr/>
          </p:nvSpPr>
          <p:spPr>
            <a:xfrm>
              <a:off x="5315435" y="3309915"/>
              <a:ext cx="437153" cy="16822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2" name="箭头: 下 24"/>
            <p:cNvSpPr/>
            <p:nvPr/>
          </p:nvSpPr>
          <p:spPr>
            <a:xfrm>
              <a:off x="5315435" y="4932834"/>
              <a:ext cx="437153" cy="16822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4" name="矩形 273"/>
            <p:cNvSpPr/>
            <p:nvPr/>
          </p:nvSpPr>
          <p:spPr>
            <a:xfrm>
              <a:off x="3946892" y="2909418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车站状态</a:t>
              </a:r>
            </a:p>
          </p:txBody>
        </p:sp>
        <p:sp>
          <p:nvSpPr>
            <p:cNvPr id="275" name="矩形 274"/>
            <p:cNvSpPr/>
            <p:nvPr/>
          </p:nvSpPr>
          <p:spPr>
            <a:xfrm>
              <a:off x="5347691" y="2909418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车站状态</a:t>
              </a:r>
            </a:p>
          </p:txBody>
        </p:sp>
        <p:sp>
          <p:nvSpPr>
            <p:cNvPr id="276" name="矩形 275"/>
            <p:cNvSpPr/>
            <p:nvPr/>
          </p:nvSpPr>
          <p:spPr>
            <a:xfrm>
              <a:off x="7041393" y="2768761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奖惩反馈</a:t>
              </a:r>
            </a:p>
          </p:txBody>
        </p:sp>
        <p:sp>
          <p:nvSpPr>
            <p:cNvPr id="277" name="矩形 276"/>
            <p:cNvSpPr/>
            <p:nvPr/>
          </p:nvSpPr>
          <p:spPr>
            <a:xfrm>
              <a:off x="4172474" y="2477468"/>
              <a:ext cx="550319" cy="2156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状态</a:t>
              </a:r>
            </a:p>
          </p:txBody>
        </p:sp>
        <p:cxnSp>
          <p:nvCxnSpPr>
            <p:cNvPr id="279" name="连接符: 肘形 278"/>
            <p:cNvCxnSpPr>
              <a:stCxn id="277" idx="2"/>
              <a:endCxn id="268" idx="0"/>
            </p:cNvCxnSpPr>
            <p:nvPr/>
          </p:nvCxnSpPr>
          <p:spPr>
            <a:xfrm rot="5400000">
              <a:off x="3640113" y="2101896"/>
              <a:ext cx="216317" cy="139872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箭头连接符 282"/>
            <p:cNvCxnSpPr>
              <a:stCxn id="277" idx="2"/>
              <a:endCxn id="274" idx="0"/>
            </p:cNvCxnSpPr>
            <p:nvPr/>
          </p:nvCxnSpPr>
          <p:spPr>
            <a:xfrm>
              <a:off x="4447634" y="2693101"/>
              <a:ext cx="1" cy="2163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连接符: 肘形 288"/>
            <p:cNvCxnSpPr>
              <a:stCxn id="277" idx="2"/>
              <a:endCxn id="275" idx="0"/>
            </p:cNvCxnSpPr>
            <p:nvPr/>
          </p:nvCxnSpPr>
          <p:spPr>
            <a:xfrm rot="16200000" flipH="1">
              <a:off x="5039876" y="2100859"/>
              <a:ext cx="216317" cy="140080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箭头连接符 291"/>
            <p:cNvCxnSpPr>
              <a:stCxn id="276" idx="2"/>
              <a:endCxn id="31" idx="0"/>
            </p:cNvCxnSpPr>
            <p:nvPr/>
          </p:nvCxnSpPr>
          <p:spPr>
            <a:xfrm>
              <a:off x="7542136" y="3050074"/>
              <a:ext cx="0" cy="9900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矩形 299"/>
            <p:cNvSpPr/>
            <p:nvPr/>
          </p:nvSpPr>
          <p:spPr>
            <a:xfrm>
              <a:off x="2897289" y="5242349"/>
              <a:ext cx="1444039" cy="2813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连续动作集</a:t>
              </a:r>
            </a:p>
          </p:txBody>
        </p:sp>
        <p:sp>
          <p:nvSpPr>
            <p:cNvPr id="303" name="矩形 302"/>
            <p:cNvSpPr/>
            <p:nvPr/>
          </p:nvSpPr>
          <p:spPr>
            <a:xfrm>
              <a:off x="4800600" y="5242349"/>
              <a:ext cx="1444039" cy="2813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联合动作</a:t>
              </a:r>
            </a:p>
          </p:txBody>
        </p:sp>
        <p:sp>
          <p:nvSpPr>
            <p:cNvPr id="304" name="矩形 303"/>
            <p:cNvSpPr/>
            <p:nvPr/>
          </p:nvSpPr>
          <p:spPr>
            <a:xfrm>
              <a:off x="6750293" y="5242349"/>
              <a:ext cx="1444039" cy="2813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离散动作集</a:t>
              </a:r>
            </a:p>
          </p:txBody>
        </p:sp>
        <p:sp>
          <p:nvSpPr>
            <p:cNvPr id="305" name="箭头: 下 24"/>
            <p:cNvSpPr/>
            <p:nvPr/>
          </p:nvSpPr>
          <p:spPr>
            <a:xfrm rot="16200000">
              <a:off x="4463614" y="5236997"/>
              <a:ext cx="226564" cy="292016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6" name="箭头: 下 24"/>
            <p:cNvSpPr/>
            <p:nvPr/>
          </p:nvSpPr>
          <p:spPr>
            <a:xfrm rot="5400000">
              <a:off x="6384184" y="5236997"/>
              <a:ext cx="226564" cy="292016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0" name="文本框 309"/>
            <p:cNvSpPr txBox="1"/>
            <p:nvPr/>
          </p:nvSpPr>
          <p:spPr>
            <a:xfrm>
              <a:off x="2445961" y="2400618"/>
              <a:ext cx="12518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 data</a:t>
              </a:r>
              <a:r>
                <a:rPr lang="zh-CN" altLang="en-US" sz="1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endParaRPr lang="zh-CN" altLang="en-US" i="1" dirty="0"/>
            </a:p>
          </p:txBody>
        </p:sp>
        <p:sp>
          <p:nvSpPr>
            <p:cNvPr id="311" name="箭头: 下 24"/>
            <p:cNvSpPr/>
            <p:nvPr/>
          </p:nvSpPr>
          <p:spPr>
            <a:xfrm>
              <a:off x="5279609" y="5869774"/>
              <a:ext cx="510311" cy="295821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4" name="文本框 313"/>
            <p:cNvSpPr txBox="1"/>
            <p:nvPr/>
          </p:nvSpPr>
          <p:spPr>
            <a:xfrm>
              <a:off x="2445961" y="6799047"/>
              <a:ext cx="12518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 data</a:t>
              </a:r>
              <a:r>
                <a:rPr lang="zh-CN" altLang="en-US" sz="1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endParaRPr lang="zh-CN" altLang="en-US" i="1" dirty="0"/>
            </a:p>
          </p:txBody>
        </p:sp>
        <p:sp>
          <p:nvSpPr>
            <p:cNvPr id="315" name="矩形 314"/>
            <p:cNvSpPr/>
            <p:nvPr/>
          </p:nvSpPr>
          <p:spPr>
            <a:xfrm>
              <a:off x="4029400" y="7065769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联合动作</a:t>
              </a:r>
            </a:p>
          </p:txBody>
        </p:sp>
        <p:sp>
          <p:nvSpPr>
            <p:cNvPr id="316" name="矩形 315"/>
            <p:cNvSpPr/>
            <p:nvPr/>
          </p:nvSpPr>
          <p:spPr>
            <a:xfrm>
              <a:off x="5487468" y="7059684"/>
              <a:ext cx="1129896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参考时刻表</a:t>
              </a:r>
            </a:p>
          </p:txBody>
        </p:sp>
        <p:sp>
          <p:nvSpPr>
            <p:cNvPr id="318" name="文本框 317"/>
            <p:cNvSpPr txBox="1"/>
            <p:nvPr/>
          </p:nvSpPr>
          <p:spPr>
            <a:xfrm>
              <a:off x="7048498" y="7299781"/>
              <a:ext cx="156845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参考时刻表输出缺乏对硬约束</a:t>
              </a:r>
            </a:p>
          </p:txBody>
        </p:sp>
        <p:sp>
          <p:nvSpPr>
            <p:cNvPr id="319" name="矩形 318"/>
            <p:cNvSpPr/>
            <p:nvPr/>
          </p:nvSpPr>
          <p:spPr>
            <a:xfrm>
              <a:off x="2476715" y="7948496"/>
              <a:ext cx="6136821" cy="18764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0" name="箭头: 下 24"/>
            <p:cNvSpPr/>
            <p:nvPr/>
          </p:nvSpPr>
          <p:spPr>
            <a:xfrm>
              <a:off x="5304042" y="7588268"/>
              <a:ext cx="437153" cy="16822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2" name="文本框 321"/>
            <p:cNvSpPr txBox="1"/>
            <p:nvPr/>
          </p:nvSpPr>
          <p:spPr>
            <a:xfrm>
              <a:off x="4280932" y="7821877"/>
              <a:ext cx="2496105" cy="24622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Establish mathematical programming model</a:t>
              </a:r>
            </a:p>
          </p:txBody>
        </p:sp>
        <p:sp>
          <p:nvSpPr>
            <p:cNvPr id="323" name="文本框 322"/>
            <p:cNvSpPr txBox="1"/>
            <p:nvPr/>
          </p:nvSpPr>
          <p:spPr>
            <a:xfrm>
              <a:off x="2710809" y="8189764"/>
              <a:ext cx="2661577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Average passenger waiting time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Minimize the average passenger waiting time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 average passenger waiting time</a:t>
              </a:r>
            </a:p>
          </p:txBody>
        </p:sp>
        <p:sp>
          <p:nvSpPr>
            <p:cNvPr id="330" name="矩形 329"/>
            <p:cNvSpPr/>
            <p:nvPr/>
          </p:nvSpPr>
          <p:spPr>
            <a:xfrm>
              <a:off x="2480128" y="10117941"/>
              <a:ext cx="6136821" cy="50046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6" name="文本框 335"/>
            <p:cNvSpPr txBox="1"/>
            <p:nvPr/>
          </p:nvSpPr>
          <p:spPr>
            <a:xfrm>
              <a:off x="5448376" y="8206409"/>
              <a:ext cx="2945492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 variable: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 safe headway constraint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Mainline occupancy constraint at stations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Passenger entry control constraint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Passenger boarding behavior constraints</a:t>
              </a:r>
            </a:p>
          </p:txBody>
        </p:sp>
        <p:sp>
          <p:nvSpPr>
            <p:cNvPr id="337" name="箭头: 下 24"/>
            <p:cNvSpPr/>
            <p:nvPr/>
          </p:nvSpPr>
          <p:spPr>
            <a:xfrm>
              <a:off x="5304042" y="9889100"/>
              <a:ext cx="437153" cy="16822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" name="矩形 337"/>
            <p:cNvSpPr/>
            <p:nvPr/>
          </p:nvSpPr>
          <p:spPr>
            <a:xfrm>
              <a:off x="2911702" y="10245398"/>
              <a:ext cx="1444039" cy="2813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联合动作</a:t>
              </a:r>
            </a:p>
          </p:txBody>
        </p:sp>
        <p:sp>
          <p:nvSpPr>
            <p:cNvPr id="339" name="矩形 338"/>
            <p:cNvSpPr/>
            <p:nvPr/>
          </p:nvSpPr>
          <p:spPr>
            <a:xfrm>
              <a:off x="4787315" y="10241150"/>
              <a:ext cx="2754821" cy="2813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优化后的列车时刻表</a:t>
              </a:r>
            </a:p>
          </p:txBody>
        </p:sp>
        <p:sp>
          <p:nvSpPr>
            <p:cNvPr id="341" name="文本框 340"/>
            <p:cNvSpPr txBox="1"/>
            <p:nvPr/>
          </p:nvSpPr>
          <p:spPr>
            <a:xfrm>
              <a:off x="6140022" y="1567341"/>
              <a:ext cx="7625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output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43" name="连接符: 肘形 342"/>
            <p:cNvCxnSpPr>
              <a:stCxn id="330" idx="3"/>
              <a:endCxn id="49" idx="3"/>
            </p:cNvCxnSpPr>
            <p:nvPr/>
          </p:nvCxnSpPr>
          <p:spPr>
            <a:xfrm flipH="1" flipV="1">
              <a:off x="5417507" y="1217457"/>
              <a:ext cx="3199442" cy="9150715"/>
            </a:xfrm>
            <a:prstGeom prst="bentConnector3">
              <a:avLst>
                <a:gd name="adj1" fmla="val -714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文本框 344"/>
            <p:cNvSpPr txBox="1"/>
            <p:nvPr/>
          </p:nvSpPr>
          <p:spPr>
            <a:xfrm>
              <a:off x="5159618" y="6110219"/>
              <a:ext cx="7625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output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88" name="连接符: 肘形 387"/>
            <p:cNvCxnSpPr/>
            <p:nvPr/>
          </p:nvCxnSpPr>
          <p:spPr>
            <a:xfrm rot="10800000" flipV="1">
              <a:off x="2324735" y="7582897"/>
              <a:ext cx="12700" cy="2845214"/>
            </a:xfrm>
            <a:prstGeom prst="bentConnector3">
              <a:avLst>
                <a:gd name="adj1" fmla="val 53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文本框 390"/>
            <p:cNvSpPr txBox="1"/>
            <p:nvPr/>
          </p:nvSpPr>
          <p:spPr>
            <a:xfrm>
              <a:off x="1373731" y="6976615"/>
              <a:ext cx="97368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i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Rolling Horizon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E9C7C30-A4C4-2693-5097-D425433789E7}"/>
                  </a:ext>
                </a:extLst>
              </p:cNvPr>
              <p:cNvSpPr/>
              <p:nvPr/>
            </p:nvSpPr>
            <p:spPr>
              <a:xfrm>
                <a:off x="496889" y="775262"/>
                <a:ext cx="428624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zh-CN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E9C7C30-A4C4-2693-5097-D425433789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89" y="775262"/>
                <a:ext cx="428624" cy="2089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302068F8-EA51-09A6-566D-FD0C0F3A551A}"/>
                  </a:ext>
                </a:extLst>
              </p:cNvPr>
              <p:cNvSpPr/>
              <p:nvPr/>
            </p:nvSpPr>
            <p:spPr>
              <a:xfrm>
                <a:off x="995363" y="775262"/>
                <a:ext cx="428624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Sup>
                        <m:sSubSupPr>
                          <m:ctrlPr>
                            <a:rPr lang="zh-CN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302068F8-EA51-09A6-566D-FD0C0F3A55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363" y="775262"/>
                <a:ext cx="428624" cy="208911"/>
              </a:xfrm>
              <a:prstGeom prst="rect">
                <a:avLst/>
              </a:prstGeom>
              <a:blipFill>
                <a:blip r:embed="rId3"/>
                <a:stretch>
                  <a:fillRect l="-2778" b="-5714"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5C63B97D-7A85-7293-BADF-FB73EE7ED53B}"/>
                  </a:ext>
                </a:extLst>
              </p:cNvPr>
              <p:cNvSpPr/>
              <p:nvPr/>
            </p:nvSpPr>
            <p:spPr>
              <a:xfrm>
                <a:off x="1868490" y="775262"/>
                <a:ext cx="428624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5C63B97D-7A85-7293-BADF-FB73EE7ED5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490" y="775262"/>
                <a:ext cx="428624" cy="2089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38AF5FEB-EA97-48A6-D4E9-EAE45BFF7ED4}"/>
                  </a:ext>
                </a:extLst>
              </p:cNvPr>
              <p:cNvSpPr/>
              <p:nvPr/>
            </p:nvSpPr>
            <p:spPr>
              <a:xfrm>
                <a:off x="2366964" y="775262"/>
                <a:ext cx="428624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38AF5FEB-EA97-48A6-D4E9-EAE45BFF7E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964" y="775262"/>
                <a:ext cx="428624" cy="2089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矩形 88">
            <a:extLst>
              <a:ext uri="{FF2B5EF4-FFF2-40B4-BE49-F238E27FC236}">
                <a16:creationId xmlns:a16="http://schemas.microsoft.com/office/drawing/2014/main" id="{63EBDBDE-4242-39E2-A868-840E92FC5B5C}"/>
              </a:ext>
            </a:extLst>
          </p:cNvPr>
          <p:cNvSpPr/>
          <p:nvPr/>
        </p:nvSpPr>
        <p:spPr>
          <a:xfrm>
            <a:off x="333601" y="422910"/>
            <a:ext cx="4027262" cy="627568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350DC628-1D17-D0FD-27E6-3F52C1531610}"/>
                  </a:ext>
                </a:extLst>
              </p:cNvPr>
              <p:cNvSpPr/>
              <p:nvPr/>
            </p:nvSpPr>
            <p:spPr>
              <a:xfrm>
                <a:off x="387351" y="500046"/>
                <a:ext cx="1123950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Train</m:t>
                      </m:r>
                      <m:r>
                        <m:rPr>
                          <m:nor/>
                        </m:rPr>
                        <a:rPr lang="en-US" altLang="zh-CN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Occupation</m:t>
                      </m:r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350DC628-1D17-D0FD-27E6-3F52C1531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51" y="500046"/>
                <a:ext cx="1123950" cy="208911"/>
              </a:xfrm>
              <a:prstGeom prst="rect">
                <a:avLst/>
              </a:prstGeom>
              <a:blipFill>
                <a:blip r:embed="rId6"/>
                <a:stretch>
                  <a:fillRect b="-8571"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CDB5AE31-1017-2CAA-7E12-025D5FAECA7F}"/>
                  </a:ext>
                </a:extLst>
              </p:cNvPr>
              <p:cNvSpPr/>
              <p:nvPr/>
            </p:nvSpPr>
            <p:spPr>
              <a:xfrm>
                <a:off x="1762125" y="500046"/>
                <a:ext cx="1123950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Passenger</m:t>
                      </m:r>
                      <m:r>
                        <m:rPr>
                          <m:nor/>
                        </m:rP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Flow</m:t>
                      </m:r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CDB5AE31-1017-2CAA-7E12-025D5FAECA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125" y="500046"/>
                <a:ext cx="1123950" cy="208911"/>
              </a:xfrm>
              <a:prstGeom prst="rect">
                <a:avLst/>
              </a:prstGeom>
              <a:blipFill>
                <a:blip r:embed="rId7"/>
                <a:stretch>
                  <a:fillRect b="-8571"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4C63D144-277B-9BDC-B56E-F253DABE3377}"/>
                  </a:ext>
                </a:extLst>
              </p:cNvPr>
              <p:cNvSpPr/>
              <p:nvPr/>
            </p:nvSpPr>
            <p:spPr>
              <a:xfrm>
                <a:off x="3136899" y="500046"/>
                <a:ext cx="1123950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Global</m:t>
                      </m:r>
                      <m:r>
                        <m:rPr>
                          <m:nor/>
                        </m:rP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Context</m:t>
                      </m:r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4C63D144-277B-9BDC-B56E-F253DABE33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899" y="500046"/>
                <a:ext cx="1123950" cy="2089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92E0D368-905A-E94D-2649-14951E12EF42}"/>
                  </a:ext>
                </a:extLst>
              </p:cNvPr>
              <p:cNvSpPr/>
              <p:nvPr/>
            </p:nvSpPr>
            <p:spPr>
              <a:xfrm>
                <a:off x="3246440" y="775262"/>
                <a:ext cx="428624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𝑡𝑖𝑚𝑒</m:t>
                      </m:r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92E0D368-905A-E94D-2649-14951E12EF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440" y="775262"/>
                <a:ext cx="428624" cy="2089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26C069CE-46B3-0704-1A36-E1B1230C00EC}"/>
                  </a:ext>
                </a:extLst>
              </p:cNvPr>
              <p:cNvSpPr/>
              <p:nvPr/>
            </p:nvSpPr>
            <p:spPr>
              <a:xfrm>
                <a:off x="3744914" y="775262"/>
                <a:ext cx="428624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𝑓𝑙𝑎𝑔</m:t>
                      </m:r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26C069CE-46B3-0704-1A36-E1B1230C0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914" y="775262"/>
                <a:ext cx="428624" cy="208911"/>
              </a:xfrm>
              <a:prstGeom prst="rect">
                <a:avLst/>
              </a:prstGeom>
              <a:blipFill>
                <a:blip r:embed="rId10"/>
                <a:stretch>
                  <a:fillRect b="-11429"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矩形 97">
            <a:extLst>
              <a:ext uri="{FF2B5EF4-FFF2-40B4-BE49-F238E27FC236}">
                <a16:creationId xmlns:a16="http://schemas.microsoft.com/office/drawing/2014/main" id="{024ACF32-A699-69EE-9A15-6BBED443FE4F}"/>
              </a:ext>
            </a:extLst>
          </p:cNvPr>
          <p:cNvSpPr/>
          <p:nvPr/>
        </p:nvSpPr>
        <p:spPr>
          <a:xfrm>
            <a:off x="1725610" y="1621011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2F8B6D9-FB0D-9F02-4381-DD059A9B7364}"/>
              </a:ext>
            </a:extLst>
          </p:cNvPr>
          <p:cNvSpPr/>
          <p:nvPr/>
        </p:nvSpPr>
        <p:spPr>
          <a:xfrm>
            <a:off x="2081210" y="1621011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2199BD12-FACA-72EB-3AC5-D18AB760E46C}"/>
              </a:ext>
            </a:extLst>
          </p:cNvPr>
          <p:cNvSpPr/>
          <p:nvPr/>
        </p:nvSpPr>
        <p:spPr>
          <a:xfrm>
            <a:off x="2438399" y="1621011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8CC7FE7B-056A-3D5E-F553-BE758EC393E8}"/>
              </a:ext>
            </a:extLst>
          </p:cNvPr>
          <p:cNvSpPr/>
          <p:nvPr/>
        </p:nvSpPr>
        <p:spPr>
          <a:xfrm>
            <a:off x="795332" y="204637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3DB37665-4BB8-E9AE-0917-F2BAAF02F85B}"/>
              </a:ext>
            </a:extLst>
          </p:cNvPr>
          <p:cNvSpPr/>
          <p:nvPr/>
        </p:nvSpPr>
        <p:spPr>
          <a:xfrm>
            <a:off x="1150932" y="204637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20481980-065A-DC53-C22D-890588083FD0}"/>
              </a:ext>
            </a:extLst>
          </p:cNvPr>
          <p:cNvSpPr/>
          <p:nvPr/>
        </p:nvSpPr>
        <p:spPr>
          <a:xfrm>
            <a:off x="795332" y="223052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1585C30-F41B-C331-3B5B-73BA67C742A3}"/>
              </a:ext>
            </a:extLst>
          </p:cNvPr>
          <p:cNvSpPr/>
          <p:nvPr/>
        </p:nvSpPr>
        <p:spPr>
          <a:xfrm>
            <a:off x="1150932" y="223052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777FABF9-0C33-0A48-5B28-5EB6967F239C}"/>
              </a:ext>
            </a:extLst>
          </p:cNvPr>
          <p:cNvSpPr/>
          <p:nvPr/>
        </p:nvSpPr>
        <p:spPr>
          <a:xfrm>
            <a:off x="795332" y="241467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0E44353D-25A4-7756-8EEC-47BB8034B368}"/>
              </a:ext>
            </a:extLst>
          </p:cNvPr>
          <p:cNvSpPr/>
          <p:nvPr/>
        </p:nvSpPr>
        <p:spPr>
          <a:xfrm>
            <a:off x="1150932" y="241467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ABA8293A-3574-E36C-F06D-33CD8F2A495A}"/>
              </a:ext>
            </a:extLst>
          </p:cNvPr>
          <p:cNvSpPr/>
          <p:nvPr/>
        </p:nvSpPr>
        <p:spPr>
          <a:xfrm>
            <a:off x="1901820" y="204637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FDE5A7F7-17E5-064A-FBF4-6319637F2AC1}"/>
              </a:ext>
            </a:extLst>
          </p:cNvPr>
          <p:cNvSpPr/>
          <p:nvPr/>
        </p:nvSpPr>
        <p:spPr>
          <a:xfrm>
            <a:off x="2257420" y="204637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9E3C01B2-E229-9B59-1A51-E9BCB6ADF139}"/>
              </a:ext>
            </a:extLst>
          </p:cNvPr>
          <p:cNvSpPr/>
          <p:nvPr/>
        </p:nvSpPr>
        <p:spPr>
          <a:xfrm>
            <a:off x="1901820" y="223052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2705EEDA-7F22-37D0-A891-FF6D0F4053ED}"/>
              </a:ext>
            </a:extLst>
          </p:cNvPr>
          <p:cNvSpPr/>
          <p:nvPr/>
        </p:nvSpPr>
        <p:spPr>
          <a:xfrm>
            <a:off x="2257420" y="223052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1F665CE-5ACF-A675-71E7-CD1592E3EF76}"/>
              </a:ext>
            </a:extLst>
          </p:cNvPr>
          <p:cNvSpPr/>
          <p:nvPr/>
        </p:nvSpPr>
        <p:spPr>
          <a:xfrm>
            <a:off x="1901820" y="241467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685953E7-32AB-9B2F-E103-4D6C013B1F98}"/>
              </a:ext>
            </a:extLst>
          </p:cNvPr>
          <p:cNvSpPr/>
          <p:nvPr/>
        </p:nvSpPr>
        <p:spPr>
          <a:xfrm>
            <a:off x="2257420" y="241467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5C46374B-F2AB-00DC-487D-CF025E0A1228}"/>
              </a:ext>
            </a:extLst>
          </p:cNvPr>
          <p:cNvSpPr/>
          <p:nvPr/>
        </p:nvSpPr>
        <p:spPr>
          <a:xfrm>
            <a:off x="3008308" y="204637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E06A68A5-617B-DF27-2EB4-D4DAB106FBCA}"/>
              </a:ext>
            </a:extLst>
          </p:cNvPr>
          <p:cNvSpPr/>
          <p:nvPr/>
        </p:nvSpPr>
        <p:spPr>
          <a:xfrm>
            <a:off x="3363908" y="204637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5384978F-B8D7-1C95-49ED-F0BF3035CCB4}"/>
              </a:ext>
            </a:extLst>
          </p:cNvPr>
          <p:cNvSpPr/>
          <p:nvPr/>
        </p:nvSpPr>
        <p:spPr>
          <a:xfrm>
            <a:off x="3008308" y="223052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94816367-DA53-4495-A918-2B7D20F9AF2E}"/>
              </a:ext>
            </a:extLst>
          </p:cNvPr>
          <p:cNvSpPr/>
          <p:nvPr/>
        </p:nvSpPr>
        <p:spPr>
          <a:xfrm>
            <a:off x="3363908" y="223052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36903C44-1AB9-33DA-12B2-DEED8BBC6A24}"/>
              </a:ext>
            </a:extLst>
          </p:cNvPr>
          <p:cNvSpPr/>
          <p:nvPr/>
        </p:nvSpPr>
        <p:spPr>
          <a:xfrm>
            <a:off x="3008308" y="241467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1C932F81-70FD-0B2F-840B-ED623767BDC2}"/>
              </a:ext>
            </a:extLst>
          </p:cNvPr>
          <p:cNvSpPr/>
          <p:nvPr/>
        </p:nvSpPr>
        <p:spPr>
          <a:xfrm>
            <a:off x="3363908" y="2414673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21659CDE-A0F6-9DB9-F03B-509236FF2D5C}"/>
              </a:ext>
            </a:extLst>
          </p:cNvPr>
          <p:cNvSpPr/>
          <p:nvPr/>
        </p:nvSpPr>
        <p:spPr>
          <a:xfrm>
            <a:off x="995363" y="1212078"/>
            <a:ext cx="1118949" cy="245765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>
                <a:solidFill>
                  <a:schemeClr val="tx1"/>
                </a:solidFill>
                <a:latin typeface="Cambria Math" panose="02040503050406030204" pitchFamily="18" charset="0"/>
              </a:rPr>
              <a:t>Embedding</a:t>
            </a:r>
            <a:endParaRPr lang="en-US" altLang="zh-CN" sz="10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238B3007-439D-6E14-AAC0-0BDD608DC7EC}"/>
              </a:ext>
            </a:extLst>
          </p:cNvPr>
          <p:cNvSpPr/>
          <p:nvPr/>
        </p:nvSpPr>
        <p:spPr>
          <a:xfrm>
            <a:off x="2390769" y="1212078"/>
            <a:ext cx="1545993" cy="245765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Cambria Math" panose="02040503050406030204" pitchFamily="18" charset="0"/>
              </a:rPr>
              <a:t>Positional Encoding</a:t>
            </a:r>
          </a:p>
        </p:txBody>
      </p:sp>
      <p:sp>
        <p:nvSpPr>
          <p:cNvPr id="196" name="加号 195">
            <a:extLst>
              <a:ext uri="{FF2B5EF4-FFF2-40B4-BE49-F238E27FC236}">
                <a16:creationId xmlns:a16="http://schemas.microsoft.com/office/drawing/2014/main" id="{C4313D67-5E81-FE61-C503-88F07D3F72C0}"/>
              </a:ext>
            </a:extLst>
          </p:cNvPr>
          <p:cNvSpPr/>
          <p:nvPr/>
        </p:nvSpPr>
        <p:spPr>
          <a:xfrm>
            <a:off x="2154948" y="1237776"/>
            <a:ext cx="188203" cy="188203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F0BC0201-1FF1-0C04-7437-2C278CF3B297}"/>
              </a:ext>
            </a:extLst>
          </p:cNvPr>
          <p:cNvSpPr/>
          <p:nvPr/>
        </p:nvSpPr>
        <p:spPr>
          <a:xfrm>
            <a:off x="795332" y="3013618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89DC8752-DE7B-C29E-2C8D-4F16548AAAD5}"/>
              </a:ext>
            </a:extLst>
          </p:cNvPr>
          <p:cNvSpPr/>
          <p:nvPr/>
        </p:nvSpPr>
        <p:spPr>
          <a:xfrm>
            <a:off x="1150932" y="3013618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E991E953-3DE3-4660-AF16-1BCA59DE8C05}"/>
              </a:ext>
            </a:extLst>
          </p:cNvPr>
          <p:cNvSpPr/>
          <p:nvPr/>
        </p:nvSpPr>
        <p:spPr>
          <a:xfrm>
            <a:off x="1901820" y="3013618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7719818C-5C3C-E28A-79A4-95B41891A79B}"/>
              </a:ext>
            </a:extLst>
          </p:cNvPr>
          <p:cNvSpPr/>
          <p:nvPr/>
        </p:nvSpPr>
        <p:spPr>
          <a:xfrm>
            <a:off x="2257420" y="3013618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D4FD6B84-3A3D-E095-1C30-43400282819F}"/>
              </a:ext>
            </a:extLst>
          </p:cNvPr>
          <p:cNvSpPr/>
          <p:nvPr/>
        </p:nvSpPr>
        <p:spPr>
          <a:xfrm>
            <a:off x="3008308" y="3013618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CD16FCF2-9B66-13A1-4FB9-94DD19EDDF65}"/>
              </a:ext>
            </a:extLst>
          </p:cNvPr>
          <p:cNvSpPr/>
          <p:nvPr/>
        </p:nvSpPr>
        <p:spPr>
          <a:xfrm>
            <a:off x="3363908" y="3013618"/>
            <a:ext cx="357189" cy="18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78C2D441-4D58-4F76-CDCC-CB50081B907C}"/>
              </a:ext>
            </a:extLst>
          </p:cNvPr>
          <p:cNvSpPr/>
          <p:nvPr/>
        </p:nvSpPr>
        <p:spPr>
          <a:xfrm>
            <a:off x="1297782" y="3582361"/>
            <a:ext cx="928686" cy="245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i="1" dirty="0" err="1">
                <a:solidFill>
                  <a:schemeClr val="tx1"/>
                </a:solidFill>
                <a:latin typeface="Cambria Math" panose="02040503050406030204" pitchFamily="18" charset="0"/>
              </a:rPr>
              <a:t>MatMul</a:t>
            </a:r>
            <a:endParaRPr lang="en-US" altLang="zh-CN" sz="12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C2AA2571-C133-03F0-2AB1-75862B5B9FD0}"/>
              </a:ext>
            </a:extLst>
          </p:cNvPr>
          <p:cNvSpPr/>
          <p:nvPr/>
        </p:nvSpPr>
        <p:spPr>
          <a:xfrm>
            <a:off x="1519077" y="4106236"/>
            <a:ext cx="589280" cy="245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i="1" dirty="0">
                <a:solidFill>
                  <a:schemeClr val="tx1"/>
                </a:solidFill>
                <a:latin typeface="Cambria Math" panose="02040503050406030204" pitchFamily="18" charset="0"/>
              </a:rPr>
              <a:t>Scale</a:t>
            </a: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D782CE2A-BF43-66FE-650F-BB1C67DAD989}"/>
              </a:ext>
            </a:extLst>
          </p:cNvPr>
          <p:cNvSpPr/>
          <p:nvPr/>
        </p:nvSpPr>
        <p:spPr>
          <a:xfrm>
            <a:off x="1314449" y="4627487"/>
            <a:ext cx="998536" cy="245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i="1" dirty="0">
                <a:solidFill>
                  <a:schemeClr val="tx1"/>
                </a:solidFill>
                <a:latin typeface="Cambria Math" panose="02040503050406030204" pitchFamily="18" charset="0"/>
              </a:rPr>
              <a:t>Mask(opt.)</a:t>
            </a: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C1EAC36C-F685-4626-B7F8-984B13E97183}"/>
              </a:ext>
            </a:extLst>
          </p:cNvPr>
          <p:cNvSpPr/>
          <p:nvPr/>
        </p:nvSpPr>
        <p:spPr>
          <a:xfrm>
            <a:off x="1456137" y="5148738"/>
            <a:ext cx="713021" cy="245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i="1" dirty="0">
                <a:solidFill>
                  <a:schemeClr val="tx1"/>
                </a:solidFill>
                <a:latin typeface="Cambria Math" panose="02040503050406030204" pitchFamily="18" charset="0"/>
              </a:rPr>
              <a:t>SoftMax</a:t>
            </a: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8AD4765A-314F-0A7B-93AD-3C66E0EA4838}"/>
              </a:ext>
            </a:extLst>
          </p:cNvPr>
          <p:cNvSpPr/>
          <p:nvPr/>
        </p:nvSpPr>
        <p:spPr>
          <a:xfrm>
            <a:off x="1626392" y="5567391"/>
            <a:ext cx="928686" cy="245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i="1" dirty="0" err="1">
                <a:solidFill>
                  <a:schemeClr val="tx1"/>
                </a:solidFill>
                <a:latin typeface="Cambria Math" panose="02040503050406030204" pitchFamily="18" charset="0"/>
              </a:rPr>
              <a:t>MatMul</a:t>
            </a:r>
            <a:endParaRPr lang="en-US" altLang="zh-CN" sz="12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90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51E01525-EF11-1380-67F0-3592D97A079D}"/>
              </a:ext>
            </a:extLst>
          </p:cNvPr>
          <p:cNvSpPr/>
          <p:nvPr/>
        </p:nvSpPr>
        <p:spPr>
          <a:xfrm>
            <a:off x="3640589" y="2342243"/>
            <a:ext cx="1647825" cy="123454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7743C19-632B-4AFF-7793-90C0C8B9DE74}"/>
                  </a:ext>
                </a:extLst>
              </p:cNvPr>
              <p:cNvSpPr/>
              <p:nvPr/>
            </p:nvSpPr>
            <p:spPr>
              <a:xfrm>
                <a:off x="514306" y="2168633"/>
                <a:ext cx="428624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zh-CN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7743C19-632B-4AFF-7793-90C0C8B9DE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06" y="2168633"/>
                <a:ext cx="428624" cy="2089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9D668B1-941A-467F-87A6-619212B83B5E}"/>
                  </a:ext>
                </a:extLst>
              </p:cNvPr>
              <p:cNvSpPr/>
              <p:nvPr/>
            </p:nvSpPr>
            <p:spPr>
              <a:xfrm>
                <a:off x="1012780" y="2168633"/>
                <a:ext cx="428624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Sup>
                        <m:sSubSupPr>
                          <m:ctrlPr>
                            <a:rPr lang="zh-CN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9D668B1-941A-467F-87A6-619212B83B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780" y="2168633"/>
                <a:ext cx="428624" cy="208911"/>
              </a:xfrm>
              <a:prstGeom prst="rect">
                <a:avLst/>
              </a:prstGeom>
              <a:blipFill>
                <a:blip r:embed="rId3"/>
                <a:stretch>
                  <a:fillRect l="-2817" b="-2857"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1CE1799-8552-8C3F-FE1C-831F80EB935C}"/>
                  </a:ext>
                </a:extLst>
              </p:cNvPr>
              <p:cNvSpPr/>
              <p:nvPr/>
            </p:nvSpPr>
            <p:spPr>
              <a:xfrm>
                <a:off x="511133" y="2959515"/>
                <a:ext cx="428624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1CE1799-8552-8C3F-FE1C-831F80EB93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33" y="2959515"/>
                <a:ext cx="428624" cy="2089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2FCB905-71E3-6834-CD41-E71108065347}"/>
                  </a:ext>
                </a:extLst>
              </p:cNvPr>
              <p:cNvSpPr/>
              <p:nvPr/>
            </p:nvSpPr>
            <p:spPr>
              <a:xfrm>
                <a:off x="1009607" y="2959515"/>
                <a:ext cx="428624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2FCB905-71E3-6834-CD41-E711080653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07" y="2959515"/>
                <a:ext cx="428624" cy="2089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6A41B227-3E1D-5914-32FE-FA98CFE07DC8}"/>
              </a:ext>
            </a:extLst>
          </p:cNvPr>
          <p:cNvSpPr/>
          <p:nvPr/>
        </p:nvSpPr>
        <p:spPr>
          <a:xfrm>
            <a:off x="351018" y="1816280"/>
            <a:ext cx="1260068" cy="223320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C0D093E-07C9-E24C-222D-2E72232028CC}"/>
                  </a:ext>
                </a:extLst>
              </p:cNvPr>
              <p:cNvSpPr/>
              <p:nvPr/>
            </p:nvSpPr>
            <p:spPr>
              <a:xfrm>
                <a:off x="404768" y="1893417"/>
                <a:ext cx="1123950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Train</m:t>
                      </m:r>
                      <m:r>
                        <m:rPr>
                          <m:nor/>
                        </m:rPr>
                        <a:rPr lang="en-US" altLang="zh-CN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Occupation</m:t>
                      </m:r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C0D093E-07C9-E24C-222D-2E72232028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68" y="1893417"/>
                <a:ext cx="1123950" cy="208911"/>
              </a:xfrm>
              <a:prstGeom prst="rect">
                <a:avLst/>
              </a:prstGeom>
              <a:blipFill>
                <a:blip r:embed="rId6"/>
                <a:stretch>
                  <a:fillRect b="-8571"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21BF3E3-B627-17A6-53AF-E8E76030E72D}"/>
                  </a:ext>
                </a:extLst>
              </p:cNvPr>
              <p:cNvSpPr/>
              <p:nvPr/>
            </p:nvSpPr>
            <p:spPr>
              <a:xfrm>
                <a:off x="404768" y="2684299"/>
                <a:ext cx="1123950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Passenger</m:t>
                      </m:r>
                      <m:r>
                        <m:rPr>
                          <m:nor/>
                        </m:rP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Flow</m:t>
                      </m:r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21BF3E3-B627-17A6-53AF-E8E76030E7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68" y="2684299"/>
                <a:ext cx="1123950" cy="208911"/>
              </a:xfrm>
              <a:prstGeom prst="rect">
                <a:avLst/>
              </a:prstGeom>
              <a:blipFill>
                <a:blip r:embed="rId7"/>
                <a:stretch>
                  <a:fillRect b="-5556"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175349D-B9F2-281E-C21A-D3442CDA6ED6}"/>
                  </a:ext>
                </a:extLst>
              </p:cNvPr>
              <p:cNvSpPr/>
              <p:nvPr/>
            </p:nvSpPr>
            <p:spPr>
              <a:xfrm>
                <a:off x="404768" y="3475181"/>
                <a:ext cx="1123950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Global</m:t>
                      </m:r>
                      <m:r>
                        <m:rPr>
                          <m:nor/>
                        </m:rP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Context</m:t>
                      </m:r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175349D-B9F2-281E-C21A-D3442CDA6E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68" y="3475181"/>
                <a:ext cx="1123950" cy="2089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F624110-72C9-BD30-ECDF-041C63E36C49}"/>
                  </a:ext>
                </a:extLst>
              </p:cNvPr>
              <p:cNvSpPr/>
              <p:nvPr/>
            </p:nvSpPr>
            <p:spPr>
              <a:xfrm>
                <a:off x="514309" y="3750397"/>
                <a:ext cx="428624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𝑡𝑖𝑚𝑒</m:t>
                      </m:r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F624110-72C9-BD30-ECDF-041C63E36C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09" y="3750397"/>
                <a:ext cx="428624" cy="2089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B7544A5-7C92-D357-9660-62DDDC2D6125}"/>
                  </a:ext>
                </a:extLst>
              </p:cNvPr>
              <p:cNvSpPr/>
              <p:nvPr/>
            </p:nvSpPr>
            <p:spPr>
              <a:xfrm>
                <a:off x="1012783" y="3750397"/>
                <a:ext cx="428624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𝑓𝑙𝑎𝑔</m:t>
                      </m:r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B7544A5-7C92-D357-9660-62DDDC2D6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783" y="3750397"/>
                <a:ext cx="428624" cy="208911"/>
              </a:xfrm>
              <a:prstGeom prst="rect">
                <a:avLst/>
              </a:prstGeom>
              <a:blipFill>
                <a:blip r:embed="rId10"/>
                <a:stretch>
                  <a:fillRect b="-11429"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5FD9C8F-703B-2367-86EC-47DF972CC1D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611086" y="2932883"/>
            <a:ext cx="4748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0477F9B-FFA9-8285-FB81-118D3EE11B37}"/>
              </a:ext>
            </a:extLst>
          </p:cNvPr>
          <p:cNvSpPr/>
          <p:nvPr/>
        </p:nvSpPr>
        <p:spPr>
          <a:xfrm>
            <a:off x="2085975" y="2828426"/>
            <a:ext cx="1193074" cy="208911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 Math" panose="02040503050406030204" pitchFamily="18" charset="0"/>
              </a:rPr>
              <a:t>Transformer(+PE)</a:t>
            </a:r>
            <a:endParaRPr lang="zh-CN" altLang="en-US" sz="100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BEA4C30-2E8B-91ED-B9DD-2DD6882E11BF}"/>
              </a:ext>
            </a:extLst>
          </p:cNvPr>
          <p:cNvCxnSpPr>
            <a:cxnSpLocks/>
          </p:cNvCxnSpPr>
          <p:nvPr/>
        </p:nvCxnSpPr>
        <p:spPr>
          <a:xfrm>
            <a:off x="3279049" y="2932883"/>
            <a:ext cx="361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01F5CFC-A8DF-F680-0B43-4BBE0BAE16F6}"/>
              </a:ext>
            </a:extLst>
          </p:cNvPr>
          <p:cNvSpPr/>
          <p:nvPr/>
        </p:nvSpPr>
        <p:spPr>
          <a:xfrm>
            <a:off x="3867964" y="2512292"/>
            <a:ext cx="1193074" cy="208911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 Math" panose="02040503050406030204" pitchFamily="18" charset="0"/>
              </a:rPr>
              <a:t>Continuous Actor</a:t>
            </a:r>
            <a:endParaRPr lang="zh-CN" altLang="en-US" sz="100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1E2BAE-13C6-E521-E154-E3E1C671B1CA}"/>
              </a:ext>
            </a:extLst>
          </p:cNvPr>
          <p:cNvSpPr/>
          <p:nvPr/>
        </p:nvSpPr>
        <p:spPr>
          <a:xfrm>
            <a:off x="3867964" y="3158964"/>
            <a:ext cx="1193074" cy="208911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 Math" panose="02040503050406030204" pitchFamily="18" charset="0"/>
              </a:rPr>
              <a:t>Discrete Actor</a:t>
            </a:r>
            <a:endParaRPr lang="zh-CN" altLang="en-US" sz="100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DB90376-2C1C-6ADC-EA1F-E190D8414553}"/>
              </a:ext>
            </a:extLst>
          </p:cNvPr>
          <p:cNvCxnSpPr>
            <a:cxnSpLocks/>
          </p:cNvCxnSpPr>
          <p:nvPr/>
        </p:nvCxnSpPr>
        <p:spPr>
          <a:xfrm>
            <a:off x="5288414" y="2932883"/>
            <a:ext cx="361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DDB59CE3-9CB2-F422-3F7A-BBC7B37E9578}"/>
                  </a:ext>
                </a:extLst>
              </p:cNvPr>
              <p:cNvSpPr/>
              <p:nvPr/>
            </p:nvSpPr>
            <p:spPr>
              <a:xfrm>
                <a:off x="5653085" y="2828425"/>
                <a:ext cx="428624" cy="20891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1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DDB59CE3-9CB2-F422-3F7A-BBC7B37E95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085" y="2828425"/>
                <a:ext cx="428624" cy="2089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96509C7-3EA3-1C88-0CF6-543650964741}"/>
              </a:ext>
            </a:extLst>
          </p:cNvPr>
          <p:cNvCxnSpPr>
            <a:cxnSpLocks/>
          </p:cNvCxnSpPr>
          <p:nvPr/>
        </p:nvCxnSpPr>
        <p:spPr>
          <a:xfrm>
            <a:off x="6081709" y="2932883"/>
            <a:ext cx="361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3BE8A055-C5DC-B052-969E-DCCA64C551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845" y="1321337"/>
            <a:ext cx="7115175" cy="388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08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A690C0B-BBE2-BD55-E960-3DC00656863F}"/>
              </a:ext>
            </a:extLst>
          </p:cNvPr>
          <p:cNvGrpSpPr/>
          <p:nvPr/>
        </p:nvGrpSpPr>
        <p:grpSpPr>
          <a:xfrm>
            <a:off x="-1332412" y="1424489"/>
            <a:ext cx="14140362" cy="3948985"/>
            <a:chOff x="470988" y="-86811"/>
            <a:chExt cx="14140362" cy="3948985"/>
          </a:xfrm>
        </p:grpSpPr>
        <p:pic>
          <p:nvPicPr>
            <p:cNvPr id="177" name="图片 17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00419" y="480879"/>
              <a:ext cx="479197" cy="267970"/>
            </a:xfrm>
            <a:prstGeom prst="rect">
              <a:avLst/>
            </a:prstGeom>
          </p:spPr>
        </p:pic>
        <p:pic>
          <p:nvPicPr>
            <p:cNvPr id="178" name="图片 17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5195" y="480879"/>
              <a:ext cx="479197" cy="267970"/>
            </a:xfrm>
            <a:prstGeom prst="rect">
              <a:avLst/>
            </a:prstGeom>
          </p:spPr>
        </p:pic>
        <p:pic>
          <p:nvPicPr>
            <p:cNvPr id="175" name="图片 1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2506037" y="2737676"/>
              <a:ext cx="479196" cy="267970"/>
            </a:xfrm>
            <a:prstGeom prst="rect">
              <a:avLst/>
            </a:prstGeom>
          </p:spPr>
        </p:pic>
        <p:pic>
          <p:nvPicPr>
            <p:cNvPr id="113" name="图片 1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427684" y="2737677"/>
              <a:ext cx="479196" cy="267970"/>
            </a:xfrm>
            <a:prstGeom prst="rect">
              <a:avLst/>
            </a:prstGeom>
          </p:spPr>
        </p:pic>
        <p:pic>
          <p:nvPicPr>
            <p:cNvPr id="174" name="图片 1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033908" y="2737676"/>
              <a:ext cx="479196" cy="267970"/>
            </a:xfrm>
            <a:prstGeom prst="rect">
              <a:avLst/>
            </a:prstGeom>
          </p:spPr>
        </p:pic>
        <p:pic>
          <p:nvPicPr>
            <p:cNvPr id="173" name="图片 17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2975" y="480879"/>
              <a:ext cx="479197" cy="267970"/>
            </a:xfrm>
            <a:prstGeom prst="rect">
              <a:avLst/>
            </a:prstGeom>
          </p:spPr>
        </p:pic>
        <p:sp>
          <p:nvSpPr>
            <p:cNvPr id="47" name="文本框 46"/>
            <p:cNvSpPr txBox="1"/>
            <p:nvPr/>
          </p:nvSpPr>
          <p:spPr>
            <a:xfrm>
              <a:off x="4680545" y="451034"/>
              <a:ext cx="8928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。。。</a:t>
              </a:r>
            </a:p>
          </p:txBody>
        </p:sp>
        <p:cxnSp>
          <p:nvCxnSpPr>
            <p:cNvPr id="103" name="直接连接符 102"/>
            <p:cNvCxnSpPr/>
            <p:nvPr/>
          </p:nvCxnSpPr>
          <p:spPr>
            <a:xfrm>
              <a:off x="1330778" y="2974390"/>
              <a:ext cx="3320670" cy="0"/>
            </a:xfrm>
            <a:prstGeom prst="line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4" name="矩形 63"/>
            <p:cNvSpPr/>
            <p:nvPr/>
          </p:nvSpPr>
          <p:spPr>
            <a:xfrm>
              <a:off x="6979933" y="2771311"/>
              <a:ext cx="1087216" cy="415950"/>
            </a:xfrm>
            <a:prstGeom prst="rect">
              <a:avLst/>
            </a:prstGeom>
            <a:pattFill prst="wdUpDiag">
              <a:fgClr>
                <a:schemeClr val="accent6"/>
              </a:fgClr>
              <a:bgClr>
                <a:schemeClr val="bg1"/>
              </a:bgClr>
            </a:patt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1330778" y="715194"/>
              <a:ext cx="3320670" cy="0"/>
            </a:xfrm>
            <a:prstGeom prst="line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椭圆 8"/>
            <p:cNvSpPr/>
            <p:nvPr/>
          </p:nvSpPr>
          <p:spPr>
            <a:xfrm>
              <a:off x="3184659" y="588829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5468937" y="715829"/>
              <a:ext cx="5409701" cy="0"/>
            </a:xfrm>
            <a:prstGeom prst="line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7955550" y="58946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858196" y="58946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3193311" y="2853239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5468937" y="2975159"/>
              <a:ext cx="5398906" cy="0"/>
            </a:xfrm>
            <a:prstGeom prst="line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椭圆 22"/>
            <p:cNvSpPr/>
            <p:nvPr/>
          </p:nvSpPr>
          <p:spPr>
            <a:xfrm>
              <a:off x="7955550" y="285387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6858196" y="285387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821508" y="312604"/>
              <a:ext cx="508000" cy="3009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10879273" y="312604"/>
              <a:ext cx="508000" cy="3009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2173423" y="59073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2173423" y="2853239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9909628" y="59073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9909628" y="285387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470988" y="3277399"/>
              <a:ext cx="12090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departure station</a:t>
              </a: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0526848" y="-86811"/>
              <a:ext cx="12090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departure station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189739" y="574224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173423" y="590734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862840" y="57231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N-2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765486" y="57231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N-3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909628" y="588194"/>
              <a:ext cx="252730" cy="2692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198391" y="2838634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173423" y="2855144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862840" y="283672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N-2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765486" y="283672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N-3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9909628" y="2838634"/>
              <a:ext cx="252730" cy="2832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4680545" y="2705284"/>
              <a:ext cx="8928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。。。</a:t>
              </a:r>
            </a:p>
          </p:txBody>
        </p:sp>
        <p:sp>
          <p:nvSpPr>
            <p:cNvPr id="116" name="禁止符 115"/>
            <p:cNvSpPr/>
            <p:nvPr/>
          </p:nvSpPr>
          <p:spPr>
            <a:xfrm>
              <a:off x="7362344" y="2799286"/>
              <a:ext cx="360000" cy="360000"/>
            </a:xfrm>
            <a:prstGeom prst="noSmoking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1339383" y="729164"/>
              <a:ext cx="602615" cy="2244408"/>
              <a:chOff x="1629" y="1603"/>
              <a:chExt cx="1192" cy="3542"/>
            </a:xfrm>
            <a:solidFill>
              <a:schemeClr val="tx1"/>
            </a:solidFill>
          </p:grpSpPr>
          <p:cxnSp>
            <p:nvCxnSpPr>
              <p:cNvPr id="93" name="直接连接符 92"/>
              <p:cNvCxnSpPr/>
              <p:nvPr/>
            </p:nvCxnSpPr>
            <p:spPr>
              <a:xfrm flipV="1">
                <a:off x="1882" y="1603"/>
                <a:ext cx="939" cy="2481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>
                <a:off x="1629" y="2814"/>
                <a:ext cx="724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>
                <a:off x="1629" y="4084"/>
                <a:ext cx="724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 flipH="1" flipV="1">
                <a:off x="1871" y="2819"/>
                <a:ext cx="896" cy="2326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组合 103"/>
            <p:cNvGrpSpPr/>
            <p:nvPr/>
          </p:nvGrpSpPr>
          <p:grpSpPr>
            <a:xfrm flipH="1">
              <a:off x="10287473" y="729164"/>
              <a:ext cx="591165" cy="2244408"/>
              <a:chOff x="1629" y="1603"/>
              <a:chExt cx="1192" cy="3542"/>
            </a:xfrm>
            <a:solidFill>
              <a:schemeClr val="tx1"/>
            </a:solidFill>
          </p:grpSpPr>
          <p:cxnSp>
            <p:nvCxnSpPr>
              <p:cNvPr id="105" name="直接连接符 104"/>
              <p:cNvCxnSpPr/>
              <p:nvPr/>
            </p:nvCxnSpPr>
            <p:spPr>
              <a:xfrm flipV="1">
                <a:off x="1882" y="1603"/>
                <a:ext cx="939" cy="2481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1629" y="2814"/>
                <a:ext cx="724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>
                <a:off x="1629" y="4084"/>
                <a:ext cx="724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 flipH="1" flipV="1">
                <a:off x="1871" y="2819"/>
                <a:ext cx="896" cy="2326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36" name="椭圆 135"/>
            <p:cNvSpPr/>
            <p:nvPr/>
          </p:nvSpPr>
          <p:spPr>
            <a:xfrm>
              <a:off x="4201675" y="2857213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椭圆 138"/>
            <p:cNvSpPr/>
            <p:nvPr/>
          </p:nvSpPr>
          <p:spPr>
            <a:xfrm>
              <a:off x="8980424" y="58946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椭圆 139"/>
            <p:cNvSpPr/>
            <p:nvPr/>
          </p:nvSpPr>
          <p:spPr>
            <a:xfrm>
              <a:off x="8980424" y="285387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文本框 140"/>
            <p:cNvSpPr txBox="1"/>
            <p:nvPr/>
          </p:nvSpPr>
          <p:spPr>
            <a:xfrm>
              <a:off x="8887714" y="57231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N-1</a:t>
              </a:r>
            </a:p>
          </p:txBody>
        </p:sp>
        <p:sp>
          <p:nvSpPr>
            <p:cNvPr id="142" name="文本框 141"/>
            <p:cNvSpPr txBox="1"/>
            <p:nvPr/>
          </p:nvSpPr>
          <p:spPr>
            <a:xfrm>
              <a:off x="8887714" y="283672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N-1</a:t>
              </a: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4208979" y="2847918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48" name="椭圆 147"/>
            <p:cNvSpPr/>
            <p:nvPr/>
          </p:nvSpPr>
          <p:spPr>
            <a:xfrm>
              <a:off x="4201675" y="594315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文本框 148"/>
            <p:cNvSpPr txBox="1"/>
            <p:nvPr/>
          </p:nvSpPr>
          <p:spPr>
            <a:xfrm>
              <a:off x="4208979" y="585020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0" name="圆角矩形 36"/>
            <p:cNvSpPr/>
            <p:nvPr/>
          </p:nvSpPr>
          <p:spPr>
            <a:xfrm>
              <a:off x="5833322" y="59073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圆角矩形 37"/>
            <p:cNvSpPr/>
            <p:nvPr/>
          </p:nvSpPr>
          <p:spPr>
            <a:xfrm>
              <a:off x="5833322" y="285387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文本框 151"/>
            <p:cNvSpPr txBox="1"/>
            <p:nvPr/>
          </p:nvSpPr>
          <p:spPr>
            <a:xfrm>
              <a:off x="5715510" y="588194"/>
              <a:ext cx="492292" cy="2692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N-4</a:t>
              </a:r>
            </a:p>
          </p:txBody>
        </p:sp>
        <p:sp>
          <p:nvSpPr>
            <p:cNvPr id="154" name="文本框 153"/>
            <p:cNvSpPr txBox="1"/>
            <p:nvPr/>
          </p:nvSpPr>
          <p:spPr>
            <a:xfrm>
              <a:off x="5715510" y="2855144"/>
              <a:ext cx="492292" cy="2692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N-4</a:t>
              </a:r>
            </a:p>
          </p:txBody>
        </p:sp>
        <p:grpSp>
          <p:nvGrpSpPr>
            <p:cNvPr id="155" name="组合 154"/>
            <p:cNvGrpSpPr/>
            <p:nvPr/>
          </p:nvGrpSpPr>
          <p:grpSpPr>
            <a:xfrm flipH="1">
              <a:off x="6085041" y="848291"/>
              <a:ext cx="628361" cy="1999817"/>
              <a:chOff x="1563" y="1791"/>
              <a:chExt cx="1267" cy="3156"/>
            </a:xfrm>
            <a:solidFill>
              <a:schemeClr val="tx1"/>
            </a:solidFill>
          </p:grpSpPr>
          <p:cxnSp>
            <p:nvCxnSpPr>
              <p:cNvPr id="156" name="直接连接符 155"/>
              <p:cNvCxnSpPr/>
              <p:nvPr/>
            </p:nvCxnSpPr>
            <p:spPr>
              <a:xfrm flipV="1">
                <a:off x="1882" y="1791"/>
                <a:ext cx="948" cy="2293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/>
              <p:nvPr/>
            </p:nvCxnSpPr>
            <p:spPr>
              <a:xfrm>
                <a:off x="1563" y="2814"/>
                <a:ext cx="827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>
                <a:off x="1563" y="4084"/>
                <a:ext cx="865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/>
              <p:cNvCxnSpPr/>
              <p:nvPr/>
            </p:nvCxnSpPr>
            <p:spPr>
              <a:xfrm flipH="1" flipV="1">
                <a:off x="1871" y="2819"/>
                <a:ext cx="950" cy="2128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80" name="矩形 179"/>
            <p:cNvSpPr/>
            <p:nvPr/>
          </p:nvSpPr>
          <p:spPr>
            <a:xfrm>
              <a:off x="7898683" y="2737427"/>
              <a:ext cx="2356553" cy="467208"/>
            </a:xfrm>
            <a:prstGeom prst="rect">
              <a:avLst/>
            </a:prstGeom>
            <a:noFill/>
            <a:ln w="19050"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" name="矩形 183"/>
            <p:cNvSpPr/>
            <p:nvPr/>
          </p:nvSpPr>
          <p:spPr>
            <a:xfrm>
              <a:off x="5773874" y="2737427"/>
              <a:ext cx="1384311" cy="467208"/>
            </a:xfrm>
            <a:prstGeom prst="rect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8" name="直接连接符 187"/>
            <p:cNvCxnSpPr/>
            <p:nvPr/>
          </p:nvCxnSpPr>
          <p:spPr>
            <a:xfrm>
              <a:off x="4327722" y="2687867"/>
              <a:ext cx="1726666" cy="0"/>
            </a:xfrm>
            <a:prstGeom prst="line">
              <a:avLst/>
            </a:prstGeom>
            <a:ln w="25400">
              <a:solidFill>
                <a:srgbClr val="7030A0"/>
              </a:solidFill>
              <a:prstDash val="dash"/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箭头连接符 189"/>
            <p:cNvCxnSpPr/>
            <p:nvPr/>
          </p:nvCxnSpPr>
          <p:spPr>
            <a:xfrm flipV="1">
              <a:off x="6054388" y="2208402"/>
              <a:ext cx="180167" cy="482561"/>
            </a:xfrm>
            <a:prstGeom prst="straightConnector1">
              <a:avLst/>
            </a:prstGeom>
            <a:ln w="25400">
              <a:solidFill>
                <a:srgbClr val="7030A0"/>
              </a:solidFill>
              <a:prstDash val="dash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6"/>
            <p:cNvGrpSpPr/>
            <p:nvPr/>
          </p:nvGrpSpPr>
          <p:grpSpPr>
            <a:xfrm flipH="1">
              <a:off x="2173790" y="2110289"/>
              <a:ext cx="1805160" cy="577850"/>
              <a:chOff x="9307" y="294"/>
              <a:chExt cx="2781" cy="910"/>
            </a:xfrm>
          </p:grpSpPr>
          <p:cxnSp>
            <p:nvCxnSpPr>
              <p:cNvPr id="8" name="直接箭头连接符 7"/>
              <p:cNvCxnSpPr/>
              <p:nvPr/>
            </p:nvCxnSpPr>
            <p:spPr>
              <a:xfrm flipH="1">
                <a:off x="10174" y="1192"/>
                <a:ext cx="1567" cy="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/>
            </p:nvSpPr>
            <p:spPr>
              <a:xfrm>
                <a:off x="9307" y="294"/>
                <a:ext cx="2781" cy="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upwrad direction</a:t>
                </a: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2046565" y="920934"/>
              <a:ext cx="2093363" cy="338455"/>
              <a:chOff x="9686" y="697"/>
              <a:chExt cx="3225" cy="533"/>
            </a:xfrm>
          </p:grpSpPr>
          <p:cxnSp>
            <p:nvCxnSpPr>
              <p:cNvPr id="15" name="直接箭头连接符 14"/>
              <p:cNvCxnSpPr/>
              <p:nvPr/>
            </p:nvCxnSpPr>
            <p:spPr>
              <a:xfrm flipH="1">
                <a:off x="10174" y="1192"/>
                <a:ext cx="1567" cy="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" name="文本框 15"/>
              <p:cNvSpPr txBox="1"/>
              <p:nvPr/>
            </p:nvSpPr>
            <p:spPr>
              <a:xfrm>
                <a:off x="9686" y="697"/>
                <a:ext cx="3225" cy="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downwrad direction</a:t>
                </a:r>
              </a:p>
            </p:txBody>
          </p:sp>
        </p:grpSp>
        <p:cxnSp>
          <p:nvCxnSpPr>
            <p:cNvPr id="72" name="直接箭头连接符 71"/>
            <p:cNvCxnSpPr/>
            <p:nvPr/>
          </p:nvCxnSpPr>
          <p:spPr>
            <a:xfrm>
              <a:off x="11899696" y="312768"/>
              <a:ext cx="646430" cy="0"/>
            </a:xfrm>
            <a:prstGeom prst="straightConnector1">
              <a:avLst/>
            </a:prstGeom>
            <a:ln w="25400">
              <a:solidFill>
                <a:srgbClr val="7030A0"/>
              </a:solidFill>
              <a:prstDash val="dash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文本框 72"/>
            <p:cNvSpPr txBox="1"/>
            <p:nvPr/>
          </p:nvSpPr>
          <p:spPr>
            <a:xfrm flipH="1">
              <a:off x="12546330" y="175260"/>
              <a:ext cx="20650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 Turnaround Decision</a:t>
              </a:r>
            </a:p>
          </p:txBody>
        </p:sp>
        <p:sp>
          <p:nvSpPr>
            <p:cNvPr id="75" name="圆角矩形 36"/>
            <p:cNvSpPr/>
            <p:nvPr/>
          </p:nvSpPr>
          <p:spPr>
            <a:xfrm>
              <a:off x="12032827" y="77234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2652375" y="748665"/>
              <a:ext cx="1628775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Turnaround station</a:t>
              </a:r>
            </a:p>
          </p:txBody>
        </p:sp>
        <p:sp>
          <p:nvSpPr>
            <p:cNvPr id="78" name="矩形 77"/>
            <p:cNvSpPr/>
            <p:nvPr/>
          </p:nvSpPr>
          <p:spPr>
            <a:xfrm>
              <a:off x="11754485" y="1422400"/>
              <a:ext cx="796925" cy="300990"/>
            </a:xfrm>
            <a:prstGeom prst="rect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0" name="图片 7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1794490" y="1478915"/>
              <a:ext cx="336550" cy="187960"/>
            </a:xfrm>
            <a:prstGeom prst="rect">
              <a:avLst/>
            </a:prstGeom>
          </p:spPr>
        </p:pic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2161520" y="1478915"/>
              <a:ext cx="336550" cy="187960"/>
            </a:xfrm>
            <a:prstGeom prst="rect">
              <a:avLst/>
            </a:prstGeom>
          </p:spPr>
        </p:pic>
        <p:sp>
          <p:nvSpPr>
            <p:cNvPr id="83" name="矩形 82"/>
            <p:cNvSpPr/>
            <p:nvPr/>
          </p:nvSpPr>
          <p:spPr>
            <a:xfrm>
              <a:off x="11819890" y="2765425"/>
              <a:ext cx="685165" cy="335280"/>
            </a:xfrm>
            <a:prstGeom prst="rect">
              <a:avLst/>
            </a:prstGeom>
            <a:pattFill prst="wdUpDiag">
              <a:fgClr>
                <a:schemeClr val="accent6"/>
              </a:fgClr>
              <a:bgClr>
                <a:schemeClr val="bg1"/>
              </a:bgClr>
            </a:patt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84" name="禁止符 83"/>
            <p:cNvSpPr/>
            <p:nvPr/>
          </p:nvSpPr>
          <p:spPr>
            <a:xfrm>
              <a:off x="12025630" y="2799080"/>
              <a:ext cx="273685" cy="273685"/>
            </a:xfrm>
            <a:prstGeom prst="noSmoking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11922760" y="2089150"/>
              <a:ext cx="471805" cy="295275"/>
            </a:xfrm>
            <a:prstGeom prst="rect">
              <a:avLst/>
            </a:prstGeom>
            <a:noFill/>
            <a:ln w="19050"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12080240" y="2160905"/>
              <a:ext cx="156845" cy="15684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12652375" y="1451610"/>
              <a:ext cx="1210945" cy="24701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Queuing Trains</a:t>
              </a: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12652375" y="2113280"/>
              <a:ext cx="1870075" cy="247015"/>
            </a:xfrm>
            <a:prstGeom prst="rect">
              <a:avLst/>
            </a:prstGeom>
          </p:spPr>
          <p:txBody>
            <a:bodyPr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Affected Downstream Area</a:t>
              </a: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12652375" y="2822575"/>
              <a:ext cx="1432560" cy="250190"/>
            </a:xfrm>
            <a:prstGeom prst="rect">
              <a:avLst/>
            </a:prstGeom>
          </p:spPr>
          <p:txBody>
            <a:bodyPr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Disrupted Section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6BEDA69-25B1-6EE0-00CB-AD68AF57D675}"/>
              </a:ext>
            </a:extLst>
          </p:cNvPr>
          <p:cNvGrpSpPr/>
          <p:nvPr/>
        </p:nvGrpSpPr>
        <p:grpSpPr>
          <a:xfrm>
            <a:off x="548005" y="848981"/>
            <a:ext cx="11488873" cy="4834232"/>
            <a:chOff x="548005" y="848981"/>
            <a:chExt cx="11488873" cy="483423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433E813-2A7C-EE41-020D-B2E45F80378F}"/>
                </a:ext>
              </a:extLst>
            </p:cNvPr>
            <p:cNvSpPr/>
            <p:nvPr/>
          </p:nvSpPr>
          <p:spPr>
            <a:xfrm>
              <a:off x="801189" y="4848529"/>
              <a:ext cx="10828836" cy="83468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7" name="图片 17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63919" y="1592129"/>
              <a:ext cx="479197" cy="267970"/>
            </a:xfrm>
            <a:prstGeom prst="rect">
              <a:avLst/>
            </a:prstGeom>
          </p:spPr>
        </p:pic>
        <p:pic>
          <p:nvPicPr>
            <p:cNvPr id="178" name="图片 17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08695" y="1592129"/>
              <a:ext cx="479197" cy="267970"/>
            </a:xfrm>
            <a:prstGeom prst="rect">
              <a:avLst/>
            </a:prstGeom>
          </p:spPr>
        </p:pic>
        <p:pic>
          <p:nvPicPr>
            <p:cNvPr id="175" name="图片 1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2569537" y="3848926"/>
              <a:ext cx="479196" cy="267970"/>
            </a:xfrm>
            <a:prstGeom prst="rect">
              <a:avLst/>
            </a:prstGeom>
          </p:spPr>
        </p:pic>
        <p:pic>
          <p:nvPicPr>
            <p:cNvPr id="113" name="图片 1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491184" y="3848927"/>
              <a:ext cx="479196" cy="267970"/>
            </a:xfrm>
            <a:prstGeom prst="rect">
              <a:avLst/>
            </a:prstGeom>
          </p:spPr>
        </p:pic>
        <p:pic>
          <p:nvPicPr>
            <p:cNvPr id="174" name="图片 1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097408" y="3848926"/>
              <a:ext cx="479196" cy="267970"/>
            </a:xfrm>
            <a:prstGeom prst="rect">
              <a:avLst/>
            </a:prstGeom>
          </p:spPr>
        </p:pic>
        <p:pic>
          <p:nvPicPr>
            <p:cNvPr id="173" name="图片 17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66475" y="1592129"/>
              <a:ext cx="479197" cy="267970"/>
            </a:xfrm>
            <a:prstGeom prst="rect">
              <a:avLst/>
            </a:prstGeom>
          </p:spPr>
        </p:pic>
        <p:sp>
          <p:nvSpPr>
            <p:cNvPr id="47" name="文本框 46"/>
            <p:cNvSpPr txBox="1"/>
            <p:nvPr/>
          </p:nvSpPr>
          <p:spPr>
            <a:xfrm>
              <a:off x="4744045" y="1562284"/>
              <a:ext cx="8928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。。。</a:t>
              </a:r>
            </a:p>
          </p:txBody>
        </p:sp>
        <p:cxnSp>
          <p:nvCxnSpPr>
            <p:cNvPr id="103" name="直接连接符 102"/>
            <p:cNvCxnSpPr/>
            <p:nvPr/>
          </p:nvCxnSpPr>
          <p:spPr>
            <a:xfrm>
              <a:off x="1394278" y="4085640"/>
              <a:ext cx="3320670" cy="0"/>
            </a:xfrm>
            <a:prstGeom prst="line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4" name="矩形 63"/>
            <p:cNvSpPr/>
            <p:nvPr/>
          </p:nvSpPr>
          <p:spPr>
            <a:xfrm>
              <a:off x="7043433" y="3882561"/>
              <a:ext cx="1087216" cy="415950"/>
            </a:xfrm>
            <a:prstGeom prst="rect">
              <a:avLst/>
            </a:prstGeom>
            <a:pattFill prst="wdUpDiag">
              <a:fgClr>
                <a:schemeClr val="accent6"/>
              </a:fgClr>
              <a:bgClr>
                <a:schemeClr val="bg1"/>
              </a:bgClr>
            </a:patt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1394278" y="1826444"/>
              <a:ext cx="3320670" cy="0"/>
            </a:xfrm>
            <a:prstGeom prst="line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椭圆 8"/>
            <p:cNvSpPr/>
            <p:nvPr/>
          </p:nvSpPr>
          <p:spPr>
            <a:xfrm>
              <a:off x="3248159" y="1700079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5532437" y="1827079"/>
              <a:ext cx="5409701" cy="0"/>
            </a:xfrm>
            <a:prstGeom prst="line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8019050" y="170071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921696" y="170071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3256811" y="3964489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5532437" y="4086409"/>
              <a:ext cx="5398906" cy="0"/>
            </a:xfrm>
            <a:prstGeom prst="line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椭圆 22"/>
            <p:cNvSpPr/>
            <p:nvPr/>
          </p:nvSpPr>
          <p:spPr>
            <a:xfrm>
              <a:off x="8019050" y="396512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6921696" y="396512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885008" y="1423854"/>
              <a:ext cx="508000" cy="3009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10942773" y="1423854"/>
              <a:ext cx="508000" cy="3009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2236923" y="170198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2236923" y="3964489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9973128" y="170198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9973128" y="396512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548005" y="848981"/>
              <a:ext cx="12090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departure station</a:t>
              </a: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0592253" y="919399"/>
              <a:ext cx="12090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departure station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253239" y="1685474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236923" y="1701984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926340" y="168356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N-2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828986" y="168356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N-3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973128" y="1699444"/>
              <a:ext cx="252730" cy="2692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261891" y="3949884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236923" y="3966394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926340" y="394797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N-2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828986" y="394797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N-3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9973128" y="3949884"/>
              <a:ext cx="252730" cy="2832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4744045" y="3816534"/>
              <a:ext cx="8928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。。。</a:t>
              </a:r>
            </a:p>
          </p:txBody>
        </p:sp>
        <p:sp>
          <p:nvSpPr>
            <p:cNvPr id="116" name="禁止符 115"/>
            <p:cNvSpPr/>
            <p:nvPr/>
          </p:nvSpPr>
          <p:spPr>
            <a:xfrm>
              <a:off x="7425844" y="3910536"/>
              <a:ext cx="360000" cy="360000"/>
            </a:xfrm>
            <a:prstGeom prst="noSmoking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1402883" y="1840414"/>
              <a:ext cx="602615" cy="2244408"/>
              <a:chOff x="1629" y="1603"/>
              <a:chExt cx="1192" cy="3542"/>
            </a:xfrm>
            <a:solidFill>
              <a:schemeClr val="tx1"/>
            </a:solidFill>
          </p:grpSpPr>
          <p:cxnSp>
            <p:nvCxnSpPr>
              <p:cNvPr id="93" name="直接连接符 92"/>
              <p:cNvCxnSpPr/>
              <p:nvPr/>
            </p:nvCxnSpPr>
            <p:spPr>
              <a:xfrm flipV="1">
                <a:off x="1882" y="1603"/>
                <a:ext cx="939" cy="2481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>
                <a:off x="1629" y="2814"/>
                <a:ext cx="724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>
                <a:off x="1629" y="4084"/>
                <a:ext cx="724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 flipH="1" flipV="1">
                <a:off x="1871" y="2819"/>
                <a:ext cx="896" cy="2326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组合 103"/>
            <p:cNvGrpSpPr/>
            <p:nvPr/>
          </p:nvGrpSpPr>
          <p:grpSpPr>
            <a:xfrm flipH="1">
              <a:off x="10350973" y="1840414"/>
              <a:ext cx="591165" cy="2244408"/>
              <a:chOff x="1629" y="1603"/>
              <a:chExt cx="1192" cy="3542"/>
            </a:xfrm>
            <a:solidFill>
              <a:schemeClr val="tx1"/>
            </a:solidFill>
          </p:grpSpPr>
          <p:cxnSp>
            <p:nvCxnSpPr>
              <p:cNvPr id="105" name="直接连接符 104"/>
              <p:cNvCxnSpPr/>
              <p:nvPr/>
            </p:nvCxnSpPr>
            <p:spPr>
              <a:xfrm flipV="1">
                <a:off x="1882" y="1603"/>
                <a:ext cx="939" cy="2481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1629" y="2814"/>
                <a:ext cx="724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>
                <a:off x="1629" y="4084"/>
                <a:ext cx="724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 flipH="1" flipV="1">
                <a:off x="1871" y="2819"/>
                <a:ext cx="896" cy="2326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36" name="椭圆 135"/>
            <p:cNvSpPr/>
            <p:nvPr/>
          </p:nvSpPr>
          <p:spPr>
            <a:xfrm>
              <a:off x="4265175" y="3968463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椭圆 138"/>
            <p:cNvSpPr/>
            <p:nvPr/>
          </p:nvSpPr>
          <p:spPr>
            <a:xfrm>
              <a:off x="9043924" y="170071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椭圆 139"/>
            <p:cNvSpPr/>
            <p:nvPr/>
          </p:nvSpPr>
          <p:spPr>
            <a:xfrm>
              <a:off x="9043924" y="396512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文本框 140"/>
            <p:cNvSpPr txBox="1"/>
            <p:nvPr/>
          </p:nvSpPr>
          <p:spPr>
            <a:xfrm>
              <a:off x="8951214" y="168356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N-1</a:t>
              </a:r>
            </a:p>
          </p:txBody>
        </p:sp>
        <p:sp>
          <p:nvSpPr>
            <p:cNvPr id="142" name="文本框 141"/>
            <p:cNvSpPr txBox="1"/>
            <p:nvPr/>
          </p:nvSpPr>
          <p:spPr>
            <a:xfrm>
              <a:off x="8951214" y="394797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N-1</a:t>
              </a: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4272479" y="3959168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48" name="椭圆 147"/>
            <p:cNvSpPr/>
            <p:nvPr/>
          </p:nvSpPr>
          <p:spPr>
            <a:xfrm>
              <a:off x="4265175" y="1705565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文本框 148"/>
            <p:cNvSpPr txBox="1"/>
            <p:nvPr/>
          </p:nvSpPr>
          <p:spPr>
            <a:xfrm>
              <a:off x="4272479" y="1696270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0" name="圆角矩形 36"/>
            <p:cNvSpPr/>
            <p:nvPr/>
          </p:nvSpPr>
          <p:spPr>
            <a:xfrm>
              <a:off x="5896822" y="170198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圆角矩形 37"/>
            <p:cNvSpPr/>
            <p:nvPr/>
          </p:nvSpPr>
          <p:spPr>
            <a:xfrm>
              <a:off x="5896822" y="396512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文本框 151"/>
            <p:cNvSpPr txBox="1"/>
            <p:nvPr/>
          </p:nvSpPr>
          <p:spPr>
            <a:xfrm>
              <a:off x="5779010" y="1699444"/>
              <a:ext cx="492292" cy="2692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N-4</a:t>
              </a:r>
            </a:p>
          </p:txBody>
        </p:sp>
        <p:sp>
          <p:nvSpPr>
            <p:cNvPr id="154" name="文本框 153"/>
            <p:cNvSpPr txBox="1"/>
            <p:nvPr/>
          </p:nvSpPr>
          <p:spPr>
            <a:xfrm>
              <a:off x="5779010" y="3966394"/>
              <a:ext cx="492292" cy="2692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N-4</a:t>
              </a:r>
            </a:p>
          </p:txBody>
        </p:sp>
        <p:grpSp>
          <p:nvGrpSpPr>
            <p:cNvPr id="155" name="组合 154"/>
            <p:cNvGrpSpPr/>
            <p:nvPr/>
          </p:nvGrpSpPr>
          <p:grpSpPr>
            <a:xfrm flipH="1">
              <a:off x="6148541" y="1959541"/>
              <a:ext cx="628361" cy="1999817"/>
              <a:chOff x="1563" y="1791"/>
              <a:chExt cx="1267" cy="3156"/>
            </a:xfrm>
            <a:solidFill>
              <a:schemeClr val="tx1"/>
            </a:solidFill>
          </p:grpSpPr>
          <p:cxnSp>
            <p:nvCxnSpPr>
              <p:cNvPr id="156" name="直接连接符 155"/>
              <p:cNvCxnSpPr/>
              <p:nvPr/>
            </p:nvCxnSpPr>
            <p:spPr>
              <a:xfrm flipV="1">
                <a:off x="1882" y="1791"/>
                <a:ext cx="948" cy="2293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/>
              <p:nvPr/>
            </p:nvCxnSpPr>
            <p:spPr>
              <a:xfrm>
                <a:off x="1563" y="2814"/>
                <a:ext cx="827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>
                <a:off x="1563" y="4084"/>
                <a:ext cx="865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/>
              <p:cNvCxnSpPr/>
              <p:nvPr/>
            </p:nvCxnSpPr>
            <p:spPr>
              <a:xfrm flipH="1" flipV="1">
                <a:off x="1871" y="2819"/>
                <a:ext cx="950" cy="2128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80" name="矩形 179"/>
            <p:cNvSpPr/>
            <p:nvPr/>
          </p:nvSpPr>
          <p:spPr>
            <a:xfrm>
              <a:off x="7962183" y="3848677"/>
              <a:ext cx="2356553" cy="467208"/>
            </a:xfrm>
            <a:prstGeom prst="rect">
              <a:avLst/>
            </a:prstGeom>
            <a:noFill/>
            <a:ln w="19050"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" name="矩形 183"/>
            <p:cNvSpPr/>
            <p:nvPr/>
          </p:nvSpPr>
          <p:spPr>
            <a:xfrm>
              <a:off x="5837374" y="3848677"/>
              <a:ext cx="1384311" cy="467208"/>
            </a:xfrm>
            <a:prstGeom prst="rect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8" name="直接连接符 187"/>
            <p:cNvCxnSpPr/>
            <p:nvPr/>
          </p:nvCxnSpPr>
          <p:spPr>
            <a:xfrm>
              <a:off x="4391222" y="3799117"/>
              <a:ext cx="1726666" cy="0"/>
            </a:xfrm>
            <a:prstGeom prst="line">
              <a:avLst/>
            </a:prstGeom>
            <a:ln w="25400">
              <a:solidFill>
                <a:srgbClr val="7030A0"/>
              </a:solidFill>
              <a:prstDash val="dash"/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箭头连接符 189"/>
            <p:cNvCxnSpPr/>
            <p:nvPr/>
          </p:nvCxnSpPr>
          <p:spPr>
            <a:xfrm flipV="1">
              <a:off x="6117888" y="3319652"/>
              <a:ext cx="180167" cy="482561"/>
            </a:xfrm>
            <a:prstGeom prst="straightConnector1">
              <a:avLst/>
            </a:prstGeom>
            <a:ln w="25400">
              <a:solidFill>
                <a:srgbClr val="7030A0"/>
              </a:solidFill>
              <a:prstDash val="dash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6"/>
            <p:cNvGrpSpPr/>
            <p:nvPr/>
          </p:nvGrpSpPr>
          <p:grpSpPr>
            <a:xfrm flipH="1">
              <a:off x="2237290" y="3221539"/>
              <a:ext cx="1805160" cy="577850"/>
              <a:chOff x="9307" y="294"/>
              <a:chExt cx="2781" cy="910"/>
            </a:xfrm>
          </p:grpSpPr>
          <p:cxnSp>
            <p:nvCxnSpPr>
              <p:cNvPr id="8" name="直接箭头连接符 7"/>
              <p:cNvCxnSpPr/>
              <p:nvPr/>
            </p:nvCxnSpPr>
            <p:spPr>
              <a:xfrm flipH="1">
                <a:off x="10174" y="1192"/>
                <a:ext cx="1567" cy="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/>
            </p:nvSpPr>
            <p:spPr>
              <a:xfrm>
                <a:off x="9307" y="294"/>
                <a:ext cx="2781" cy="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upwrad direction</a:t>
                </a: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2110065" y="2032184"/>
              <a:ext cx="2093363" cy="338455"/>
              <a:chOff x="9686" y="697"/>
              <a:chExt cx="3225" cy="533"/>
            </a:xfrm>
          </p:grpSpPr>
          <p:cxnSp>
            <p:nvCxnSpPr>
              <p:cNvPr id="15" name="直接箭头连接符 14"/>
              <p:cNvCxnSpPr/>
              <p:nvPr/>
            </p:nvCxnSpPr>
            <p:spPr>
              <a:xfrm flipH="1">
                <a:off x="10174" y="1192"/>
                <a:ext cx="1567" cy="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" name="文本框 15"/>
              <p:cNvSpPr txBox="1"/>
              <p:nvPr/>
            </p:nvSpPr>
            <p:spPr>
              <a:xfrm>
                <a:off x="9686" y="697"/>
                <a:ext cx="3225" cy="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downwrad direction</a:t>
                </a:r>
              </a:p>
            </p:txBody>
          </p:sp>
        </p:grpSp>
        <p:cxnSp>
          <p:nvCxnSpPr>
            <p:cNvPr id="72" name="直接箭头连接符 71"/>
            <p:cNvCxnSpPr/>
            <p:nvPr/>
          </p:nvCxnSpPr>
          <p:spPr>
            <a:xfrm>
              <a:off x="1069793" y="5308733"/>
              <a:ext cx="646430" cy="0"/>
            </a:xfrm>
            <a:prstGeom prst="straightConnector1">
              <a:avLst/>
            </a:prstGeom>
            <a:ln w="25400">
              <a:solidFill>
                <a:srgbClr val="7030A0"/>
              </a:solidFill>
              <a:prstDash val="dash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文本框 72"/>
            <p:cNvSpPr txBox="1"/>
            <p:nvPr/>
          </p:nvSpPr>
          <p:spPr>
            <a:xfrm flipH="1">
              <a:off x="1537253" y="5043814"/>
              <a:ext cx="20650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 Turnaround Decision</a:t>
              </a:r>
            </a:p>
          </p:txBody>
        </p:sp>
        <p:sp>
          <p:nvSpPr>
            <p:cNvPr id="75" name="圆角矩形 36"/>
            <p:cNvSpPr/>
            <p:nvPr/>
          </p:nvSpPr>
          <p:spPr>
            <a:xfrm>
              <a:off x="3610476" y="5182686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4005130" y="5039613"/>
              <a:ext cx="1628775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Turnaround station</a:t>
              </a:r>
            </a:p>
          </p:txBody>
        </p:sp>
        <p:sp>
          <p:nvSpPr>
            <p:cNvPr id="78" name="矩形 77"/>
            <p:cNvSpPr/>
            <p:nvPr/>
          </p:nvSpPr>
          <p:spPr>
            <a:xfrm>
              <a:off x="5333446" y="5190306"/>
              <a:ext cx="796925" cy="300990"/>
            </a:xfrm>
            <a:prstGeom prst="rect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0" name="图片 7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5373451" y="5246821"/>
              <a:ext cx="336550" cy="187960"/>
            </a:xfrm>
            <a:prstGeom prst="rect">
              <a:avLst/>
            </a:prstGeom>
          </p:spPr>
        </p:pic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5740481" y="5246821"/>
              <a:ext cx="336550" cy="187960"/>
            </a:xfrm>
            <a:prstGeom prst="rect">
              <a:avLst/>
            </a:prstGeom>
          </p:spPr>
        </p:pic>
        <p:sp>
          <p:nvSpPr>
            <p:cNvPr id="83" name="矩形 82"/>
            <p:cNvSpPr/>
            <p:nvPr/>
          </p:nvSpPr>
          <p:spPr>
            <a:xfrm>
              <a:off x="9771833" y="5156016"/>
              <a:ext cx="685165" cy="335280"/>
            </a:xfrm>
            <a:prstGeom prst="rect">
              <a:avLst/>
            </a:prstGeom>
            <a:pattFill prst="wdUpDiag">
              <a:fgClr>
                <a:schemeClr val="accent6"/>
              </a:fgClr>
              <a:bgClr>
                <a:schemeClr val="bg1"/>
              </a:bgClr>
            </a:patt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84" name="禁止符 83"/>
            <p:cNvSpPr/>
            <p:nvPr/>
          </p:nvSpPr>
          <p:spPr>
            <a:xfrm>
              <a:off x="9977573" y="5189671"/>
              <a:ext cx="273685" cy="273685"/>
            </a:xfrm>
            <a:prstGeom prst="noSmoking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7347512" y="5189671"/>
              <a:ext cx="471805" cy="295275"/>
            </a:xfrm>
            <a:prstGeom prst="rect">
              <a:avLst/>
            </a:prstGeom>
            <a:noFill/>
            <a:ln w="19050"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7504992" y="5261426"/>
              <a:ext cx="156845" cy="15684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6231336" y="5055125"/>
              <a:ext cx="1210945" cy="24701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Queuing Trains</a:t>
              </a: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8077127" y="5036635"/>
              <a:ext cx="1870075" cy="247015"/>
            </a:xfrm>
            <a:prstGeom prst="rect">
              <a:avLst/>
            </a:prstGeom>
          </p:spPr>
          <p:txBody>
            <a:bodyPr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Affected Downstream Area</a:t>
              </a: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10604318" y="5051240"/>
              <a:ext cx="1432560" cy="250190"/>
            </a:xfrm>
            <a:prstGeom prst="rect">
              <a:avLst/>
            </a:prstGeom>
          </p:spPr>
          <p:txBody>
            <a:bodyPr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Disrupted Section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5305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D1FA707-DF88-D95A-7094-A517D6BAFE29}"/>
              </a:ext>
            </a:extLst>
          </p:cNvPr>
          <p:cNvGrpSpPr/>
          <p:nvPr/>
        </p:nvGrpSpPr>
        <p:grpSpPr>
          <a:xfrm>
            <a:off x="0" y="109210"/>
            <a:ext cx="13673596" cy="6471089"/>
            <a:chOff x="0" y="109210"/>
            <a:chExt cx="13673596" cy="6471089"/>
          </a:xfrm>
        </p:grpSpPr>
        <p:sp>
          <p:nvSpPr>
            <p:cNvPr id="16" name="矩形 15"/>
            <p:cNvSpPr/>
            <p:nvPr/>
          </p:nvSpPr>
          <p:spPr>
            <a:xfrm>
              <a:off x="1" y="2570392"/>
              <a:ext cx="6424930" cy="40099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060733" y="290271"/>
              <a:ext cx="1402020" cy="39794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原始运行图</a:t>
              </a:r>
            </a:p>
          </p:txBody>
        </p:sp>
        <p:sp>
          <p:nvSpPr>
            <p:cNvPr id="47" name="矩形 46"/>
            <p:cNvSpPr/>
            <p:nvPr/>
          </p:nvSpPr>
          <p:spPr>
            <a:xfrm>
              <a:off x="2755447" y="300218"/>
              <a:ext cx="1402020" cy="378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初始参数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4450161" y="290364"/>
              <a:ext cx="1402020" cy="38448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中断设定</a:t>
              </a:r>
            </a:p>
          </p:txBody>
        </p:sp>
        <p:sp>
          <p:nvSpPr>
            <p:cNvPr id="49" name="矩形 48"/>
            <p:cNvSpPr/>
            <p:nvPr/>
          </p:nvSpPr>
          <p:spPr>
            <a:xfrm>
              <a:off x="3808098" y="1098104"/>
              <a:ext cx="1001485" cy="2156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奖惩反馈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1" name="连接符: 肘形 50"/>
            <p:cNvCxnSpPr>
              <a:stCxn id="44" idx="2"/>
              <a:endCxn id="46" idx="0"/>
            </p:cNvCxnSpPr>
            <p:nvPr/>
          </p:nvCxnSpPr>
          <p:spPr>
            <a:xfrm rot="16200000" flipH="1">
              <a:off x="1982989" y="466966"/>
              <a:ext cx="409892" cy="852384"/>
            </a:xfrm>
            <a:prstGeom prst="bentConnector3">
              <a:avLst>
                <a:gd name="adj1" fmla="val 48838"/>
              </a:avLst>
            </a:prstGeom>
            <a:ln w="9525">
              <a:solidFill>
                <a:schemeClr val="accent1"/>
              </a:solidFill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连接符: 肘形 54"/>
            <p:cNvCxnSpPr>
              <a:stCxn id="47" idx="2"/>
              <a:endCxn id="49" idx="0"/>
            </p:cNvCxnSpPr>
            <p:nvPr/>
          </p:nvCxnSpPr>
          <p:spPr>
            <a:xfrm rot="16200000" flipH="1">
              <a:off x="3672730" y="461993"/>
              <a:ext cx="419838" cy="852384"/>
            </a:xfrm>
            <a:prstGeom prst="bentConnector3">
              <a:avLst/>
            </a:prstGeom>
            <a:ln w="9525">
              <a:solidFill>
                <a:schemeClr val="accent1"/>
              </a:solidFill>
              <a:headEnd type="none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肘形连接符 1"/>
            <p:cNvCxnSpPr>
              <a:stCxn id="48" idx="2"/>
              <a:endCxn id="49" idx="0"/>
            </p:cNvCxnSpPr>
            <p:nvPr/>
          </p:nvCxnSpPr>
          <p:spPr>
            <a:xfrm rot="5400000">
              <a:off x="4518379" y="465312"/>
              <a:ext cx="423254" cy="842330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accent1"/>
              </a:solidFill>
              <a:headEnd type="none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/>
          </p:nvSpPr>
          <p:spPr>
            <a:xfrm>
              <a:off x="0" y="109210"/>
              <a:ext cx="13673595" cy="1302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586968" y="4044446"/>
              <a:ext cx="3136136" cy="278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Transformer</a:t>
              </a:r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状态层网络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586968" y="4573127"/>
              <a:ext cx="1388156" cy="2780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连续动作网络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2334949" y="4573127"/>
              <a:ext cx="1388155" cy="278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离散动作网络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4680436" y="4472927"/>
              <a:ext cx="1073932" cy="4784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评价者网络</a:t>
              </a:r>
            </a:p>
          </p:txBody>
        </p:sp>
        <p:sp>
          <p:nvSpPr>
            <p:cNvPr id="46" name="矩形 45"/>
            <p:cNvSpPr/>
            <p:nvPr/>
          </p:nvSpPr>
          <p:spPr>
            <a:xfrm>
              <a:off x="2338967" y="1098104"/>
              <a:ext cx="550319" cy="2156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状态</a:t>
              </a:r>
            </a:p>
          </p:txBody>
        </p:sp>
        <p:cxnSp>
          <p:nvCxnSpPr>
            <p:cNvPr id="61" name="肘形连接符 1"/>
            <p:cNvCxnSpPr>
              <a:stCxn id="47" idx="2"/>
              <a:endCxn id="46" idx="0"/>
            </p:cNvCxnSpPr>
            <p:nvPr/>
          </p:nvCxnSpPr>
          <p:spPr>
            <a:xfrm rot="5400000">
              <a:off x="2825373" y="467020"/>
              <a:ext cx="419838" cy="842330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accent1"/>
              </a:solidFill>
              <a:headEnd type="none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矩形 110"/>
            <p:cNvSpPr/>
            <p:nvPr/>
          </p:nvSpPr>
          <p:spPr>
            <a:xfrm>
              <a:off x="12230037" y="357303"/>
              <a:ext cx="483745" cy="221026"/>
            </a:xfrm>
            <a:prstGeom prst="rect">
              <a:avLst/>
            </a:prstGeom>
            <a:pattFill prst="wdUpDiag">
              <a:fgClr>
                <a:schemeClr val="accent6"/>
              </a:fgClr>
              <a:bgClr>
                <a:schemeClr val="bg1"/>
              </a:bgClr>
            </a:patt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12687525" y="334448"/>
              <a:ext cx="878728" cy="2265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blocking interval</a:t>
              </a:r>
              <a:endPara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3" name="圆角矩形 34"/>
            <p:cNvSpPr/>
            <p:nvPr/>
          </p:nvSpPr>
          <p:spPr>
            <a:xfrm>
              <a:off x="12445809" y="710479"/>
              <a:ext cx="241548" cy="258687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12687357" y="730269"/>
              <a:ext cx="745512" cy="2265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return station</a:t>
              </a:r>
              <a:endPara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8" name="禁止符 117"/>
            <p:cNvSpPr/>
            <p:nvPr/>
          </p:nvSpPr>
          <p:spPr>
            <a:xfrm>
              <a:off x="12388330" y="384708"/>
              <a:ext cx="167157" cy="168473"/>
            </a:xfrm>
            <a:prstGeom prst="noSmoking">
              <a:avLst>
                <a:gd name="adj" fmla="val 7254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127" name="箭头: 下 24"/>
            <p:cNvSpPr/>
            <p:nvPr/>
          </p:nvSpPr>
          <p:spPr>
            <a:xfrm>
              <a:off x="2990701" y="1547539"/>
              <a:ext cx="860413" cy="484505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6" name="矩形 155"/>
            <p:cNvSpPr/>
            <p:nvPr/>
          </p:nvSpPr>
          <p:spPr>
            <a:xfrm>
              <a:off x="992697" y="192607"/>
              <a:ext cx="5062007" cy="5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7" name="箭头: 下 24"/>
            <p:cNvSpPr/>
            <p:nvPr/>
          </p:nvSpPr>
          <p:spPr>
            <a:xfrm rot="16200000">
              <a:off x="6604041" y="441703"/>
              <a:ext cx="423255" cy="431725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5" name="连接符: 肘形 164"/>
            <p:cNvCxnSpPr>
              <a:stCxn id="17" idx="2"/>
              <a:endCxn id="29" idx="0"/>
            </p:cNvCxnSpPr>
            <p:nvPr/>
          </p:nvCxnSpPr>
          <p:spPr>
            <a:xfrm rot="5400000">
              <a:off x="1592743" y="4010833"/>
              <a:ext cx="250597" cy="873990"/>
            </a:xfrm>
            <a:prstGeom prst="bent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连接符: 肘形 167"/>
            <p:cNvCxnSpPr>
              <a:stCxn id="17" idx="2"/>
              <a:endCxn id="30" idx="0"/>
            </p:cNvCxnSpPr>
            <p:nvPr/>
          </p:nvCxnSpPr>
          <p:spPr>
            <a:xfrm rot="16200000" flipH="1">
              <a:off x="2466733" y="4010832"/>
              <a:ext cx="250597" cy="873991"/>
            </a:xfrm>
            <a:prstGeom prst="bent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连接符: 肘形 205"/>
            <p:cNvCxnSpPr>
              <a:stCxn id="29" idx="2"/>
              <a:endCxn id="31" idx="2"/>
            </p:cNvCxnSpPr>
            <p:nvPr/>
          </p:nvCxnSpPr>
          <p:spPr>
            <a:xfrm rot="16200000" flipH="1">
              <a:off x="3199125" y="2933133"/>
              <a:ext cx="100199" cy="3936356"/>
            </a:xfrm>
            <a:prstGeom prst="bentConnector3">
              <a:avLst>
                <a:gd name="adj1" fmla="val 328146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连接符: 肘形 208"/>
            <p:cNvCxnSpPr>
              <a:stCxn id="30" idx="2"/>
              <a:endCxn id="31" idx="2"/>
            </p:cNvCxnSpPr>
            <p:nvPr/>
          </p:nvCxnSpPr>
          <p:spPr>
            <a:xfrm rot="16200000" flipH="1">
              <a:off x="4073114" y="3807123"/>
              <a:ext cx="100200" cy="2188375"/>
            </a:xfrm>
            <a:prstGeom prst="bentConnector3">
              <a:avLst>
                <a:gd name="adj1" fmla="val 328144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连接符: 肘形 225"/>
            <p:cNvCxnSpPr>
              <a:stCxn id="31" idx="1"/>
              <a:endCxn id="17" idx="3"/>
            </p:cNvCxnSpPr>
            <p:nvPr/>
          </p:nvCxnSpPr>
          <p:spPr>
            <a:xfrm rot="10800000">
              <a:off x="3723104" y="4183489"/>
              <a:ext cx="957332" cy="528681"/>
            </a:xfrm>
            <a:prstGeom prst="bentConnector3">
              <a:avLst>
                <a:gd name="adj1" fmla="val 63266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矩形 228"/>
            <p:cNvSpPr/>
            <p:nvPr/>
          </p:nvSpPr>
          <p:spPr>
            <a:xfrm>
              <a:off x="155394" y="3958117"/>
              <a:ext cx="6136821" cy="13557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5" name="矩形 234"/>
            <p:cNvSpPr/>
            <p:nvPr/>
          </p:nvSpPr>
          <p:spPr>
            <a:xfrm>
              <a:off x="5327959" y="2130601"/>
              <a:ext cx="1096972" cy="2780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State Vector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6" name="矩形 235"/>
            <p:cNvSpPr/>
            <p:nvPr/>
          </p:nvSpPr>
          <p:spPr>
            <a:xfrm>
              <a:off x="1" y="2135142"/>
              <a:ext cx="3065136" cy="2780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Step1:Constructing state representation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7" name="箭头: 下 24"/>
            <p:cNvSpPr/>
            <p:nvPr/>
          </p:nvSpPr>
          <p:spPr>
            <a:xfrm rot="16200000">
              <a:off x="4097405" y="1198801"/>
              <a:ext cx="125641" cy="2114353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1" name="矩形 240"/>
            <p:cNvSpPr/>
            <p:nvPr/>
          </p:nvSpPr>
          <p:spPr>
            <a:xfrm>
              <a:off x="11168570" y="2122673"/>
              <a:ext cx="2505026" cy="2780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Optimal Feasible Schedule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2" name="矩形 241"/>
            <p:cNvSpPr/>
            <p:nvPr/>
          </p:nvSpPr>
          <p:spPr>
            <a:xfrm>
              <a:off x="7248666" y="2127214"/>
              <a:ext cx="2327378" cy="2780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Step2: joint action set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3" name="箭头: 下 24"/>
            <p:cNvSpPr/>
            <p:nvPr/>
          </p:nvSpPr>
          <p:spPr>
            <a:xfrm rot="16200000">
              <a:off x="10306928" y="1482085"/>
              <a:ext cx="130758" cy="1577386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5" name="矩形 244"/>
            <p:cNvSpPr/>
            <p:nvPr/>
          </p:nvSpPr>
          <p:spPr>
            <a:xfrm>
              <a:off x="7248666" y="2570392"/>
              <a:ext cx="6424930" cy="40099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55" name="矩形 254"/>
            <p:cNvSpPr/>
            <p:nvPr/>
          </p:nvSpPr>
          <p:spPr>
            <a:xfrm>
              <a:off x="7404059" y="2686041"/>
              <a:ext cx="6136821" cy="67290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6" name="矩形 255"/>
            <p:cNvSpPr/>
            <p:nvPr/>
          </p:nvSpPr>
          <p:spPr>
            <a:xfrm>
              <a:off x="155394" y="5800704"/>
              <a:ext cx="6136821" cy="48426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7" name="矩形 256"/>
            <p:cNvSpPr/>
            <p:nvPr/>
          </p:nvSpPr>
          <p:spPr>
            <a:xfrm>
              <a:off x="155394" y="2741951"/>
              <a:ext cx="6136821" cy="82766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8" name="矩形 267"/>
            <p:cNvSpPr/>
            <p:nvPr/>
          </p:nvSpPr>
          <p:spPr>
            <a:xfrm>
              <a:off x="223431" y="3231807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运行状态</a:t>
              </a:r>
            </a:p>
          </p:txBody>
        </p:sp>
        <p:sp>
          <p:nvSpPr>
            <p:cNvPr id="271" name="箭头: 下 24"/>
            <p:cNvSpPr/>
            <p:nvPr/>
          </p:nvSpPr>
          <p:spPr>
            <a:xfrm>
              <a:off x="2990701" y="3701198"/>
              <a:ext cx="437153" cy="16822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2" name="箭头: 下 24"/>
            <p:cNvSpPr/>
            <p:nvPr/>
          </p:nvSpPr>
          <p:spPr>
            <a:xfrm>
              <a:off x="2990701" y="5518709"/>
              <a:ext cx="437153" cy="16822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4" name="矩形 273"/>
            <p:cNvSpPr/>
            <p:nvPr/>
          </p:nvSpPr>
          <p:spPr>
            <a:xfrm>
              <a:off x="1622158" y="3231807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客流积压</a:t>
              </a:r>
            </a:p>
          </p:txBody>
        </p:sp>
        <p:sp>
          <p:nvSpPr>
            <p:cNvPr id="275" name="矩形 274"/>
            <p:cNvSpPr/>
            <p:nvPr/>
          </p:nvSpPr>
          <p:spPr>
            <a:xfrm>
              <a:off x="3022957" y="3231807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故障时长</a:t>
              </a:r>
            </a:p>
          </p:txBody>
        </p:sp>
        <p:sp>
          <p:nvSpPr>
            <p:cNvPr id="276" name="矩形 275"/>
            <p:cNvSpPr/>
            <p:nvPr/>
          </p:nvSpPr>
          <p:spPr>
            <a:xfrm>
              <a:off x="4716659" y="3091150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奖惩反馈</a:t>
              </a:r>
            </a:p>
          </p:txBody>
        </p:sp>
        <p:sp>
          <p:nvSpPr>
            <p:cNvPr id="277" name="矩形 276"/>
            <p:cNvSpPr/>
            <p:nvPr/>
          </p:nvSpPr>
          <p:spPr>
            <a:xfrm>
              <a:off x="1847740" y="2799857"/>
              <a:ext cx="550319" cy="2156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状态</a:t>
              </a:r>
            </a:p>
          </p:txBody>
        </p:sp>
        <p:cxnSp>
          <p:nvCxnSpPr>
            <p:cNvPr id="279" name="连接符: 肘形 278"/>
            <p:cNvCxnSpPr>
              <a:stCxn id="277" idx="2"/>
              <a:endCxn id="268" idx="0"/>
            </p:cNvCxnSpPr>
            <p:nvPr/>
          </p:nvCxnSpPr>
          <p:spPr>
            <a:xfrm rot="5400000">
              <a:off x="1315379" y="2424285"/>
              <a:ext cx="216317" cy="139872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箭头连接符 282"/>
            <p:cNvCxnSpPr>
              <a:stCxn id="277" idx="2"/>
              <a:endCxn id="274" idx="0"/>
            </p:cNvCxnSpPr>
            <p:nvPr/>
          </p:nvCxnSpPr>
          <p:spPr>
            <a:xfrm>
              <a:off x="2122900" y="3015490"/>
              <a:ext cx="1" cy="2163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连接符: 肘形 288"/>
            <p:cNvCxnSpPr>
              <a:stCxn id="277" idx="2"/>
              <a:endCxn id="275" idx="0"/>
            </p:cNvCxnSpPr>
            <p:nvPr/>
          </p:nvCxnSpPr>
          <p:spPr>
            <a:xfrm rot="16200000" flipH="1">
              <a:off x="2715142" y="2423248"/>
              <a:ext cx="216317" cy="140080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箭头连接符 291"/>
            <p:cNvCxnSpPr>
              <a:stCxn id="276" idx="2"/>
              <a:endCxn id="31" idx="0"/>
            </p:cNvCxnSpPr>
            <p:nvPr/>
          </p:nvCxnSpPr>
          <p:spPr>
            <a:xfrm>
              <a:off x="5217402" y="3372463"/>
              <a:ext cx="0" cy="110046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矩形 299"/>
            <p:cNvSpPr/>
            <p:nvPr/>
          </p:nvSpPr>
          <p:spPr>
            <a:xfrm>
              <a:off x="572555" y="5883872"/>
              <a:ext cx="1444039" cy="2813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连续动作集</a:t>
              </a:r>
            </a:p>
          </p:txBody>
        </p:sp>
        <p:sp>
          <p:nvSpPr>
            <p:cNvPr id="303" name="矩形 302"/>
            <p:cNvSpPr/>
            <p:nvPr/>
          </p:nvSpPr>
          <p:spPr>
            <a:xfrm>
              <a:off x="2475866" y="5883872"/>
              <a:ext cx="1444039" cy="2813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联合动作</a:t>
              </a:r>
            </a:p>
          </p:txBody>
        </p:sp>
        <p:sp>
          <p:nvSpPr>
            <p:cNvPr id="304" name="矩形 303"/>
            <p:cNvSpPr/>
            <p:nvPr/>
          </p:nvSpPr>
          <p:spPr>
            <a:xfrm>
              <a:off x="4425559" y="5883872"/>
              <a:ext cx="1444039" cy="2813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离散动作集</a:t>
              </a:r>
            </a:p>
          </p:txBody>
        </p:sp>
        <p:sp>
          <p:nvSpPr>
            <p:cNvPr id="305" name="箭头: 下 24"/>
            <p:cNvSpPr/>
            <p:nvPr/>
          </p:nvSpPr>
          <p:spPr>
            <a:xfrm rot="16200000">
              <a:off x="2138880" y="5878520"/>
              <a:ext cx="226564" cy="292016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6" name="箭头: 下 24"/>
            <p:cNvSpPr/>
            <p:nvPr/>
          </p:nvSpPr>
          <p:spPr>
            <a:xfrm rot="5400000">
              <a:off x="4059450" y="5878520"/>
              <a:ext cx="226564" cy="292016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0" name="文本框 309"/>
            <p:cNvSpPr txBox="1"/>
            <p:nvPr/>
          </p:nvSpPr>
          <p:spPr>
            <a:xfrm>
              <a:off x="121227" y="2723007"/>
              <a:ext cx="12518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 data</a:t>
              </a:r>
              <a:r>
                <a:rPr lang="zh-CN" altLang="en-US" sz="1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endParaRPr lang="zh-CN" altLang="en-US" i="1" dirty="0"/>
            </a:p>
          </p:txBody>
        </p:sp>
        <p:sp>
          <p:nvSpPr>
            <p:cNvPr id="314" name="文本框 313"/>
            <p:cNvSpPr txBox="1"/>
            <p:nvPr/>
          </p:nvSpPr>
          <p:spPr>
            <a:xfrm>
              <a:off x="7369892" y="2642766"/>
              <a:ext cx="12518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 data</a:t>
              </a:r>
              <a:r>
                <a:rPr lang="zh-CN" altLang="en-US" sz="1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endParaRPr lang="zh-CN" altLang="en-US" i="1" dirty="0"/>
            </a:p>
          </p:txBody>
        </p:sp>
        <p:sp>
          <p:nvSpPr>
            <p:cNvPr id="315" name="矩形 314"/>
            <p:cNvSpPr/>
            <p:nvPr/>
          </p:nvSpPr>
          <p:spPr>
            <a:xfrm>
              <a:off x="8952231" y="2903403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联合动作</a:t>
              </a:r>
            </a:p>
          </p:txBody>
        </p:sp>
        <p:sp>
          <p:nvSpPr>
            <p:cNvPr id="316" name="矩形 315"/>
            <p:cNvSpPr/>
            <p:nvPr/>
          </p:nvSpPr>
          <p:spPr>
            <a:xfrm>
              <a:off x="10411399" y="2903403"/>
              <a:ext cx="1129896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参考时刻表</a:t>
              </a:r>
            </a:p>
          </p:txBody>
        </p:sp>
        <p:sp>
          <p:nvSpPr>
            <p:cNvPr id="318" name="文本框 317"/>
            <p:cNvSpPr txBox="1"/>
            <p:nvPr/>
          </p:nvSpPr>
          <p:spPr>
            <a:xfrm>
              <a:off x="11972429" y="3143500"/>
              <a:ext cx="156845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参考时刻表输出缺乏对硬约束</a:t>
              </a:r>
            </a:p>
          </p:txBody>
        </p:sp>
        <p:sp>
          <p:nvSpPr>
            <p:cNvPr id="319" name="矩形 318"/>
            <p:cNvSpPr/>
            <p:nvPr/>
          </p:nvSpPr>
          <p:spPr>
            <a:xfrm>
              <a:off x="7400646" y="3906635"/>
              <a:ext cx="6136821" cy="1628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0" name="箭头: 下 24"/>
            <p:cNvSpPr/>
            <p:nvPr/>
          </p:nvSpPr>
          <p:spPr>
            <a:xfrm>
              <a:off x="10227973" y="3479347"/>
              <a:ext cx="437153" cy="16822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2" name="文本框 321"/>
            <p:cNvSpPr txBox="1"/>
            <p:nvPr/>
          </p:nvSpPr>
          <p:spPr>
            <a:xfrm>
              <a:off x="9204863" y="3780016"/>
              <a:ext cx="2496105" cy="24622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Establish mathematical programming model</a:t>
              </a:r>
            </a:p>
          </p:txBody>
        </p:sp>
        <p:sp>
          <p:nvSpPr>
            <p:cNvPr id="323" name="文本框 322"/>
            <p:cNvSpPr txBox="1"/>
            <p:nvPr/>
          </p:nvSpPr>
          <p:spPr>
            <a:xfrm>
              <a:off x="7634740" y="4147903"/>
              <a:ext cx="2661577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Minimize Deviation from Reference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Minimize Schedule Slack Penalty</a:t>
              </a:r>
            </a:p>
          </p:txBody>
        </p:sp>
        <p:sp>
          <p:nvSpPr>
            <p:cNvPr id="330" name="矩形 329"/>
            <p:cNvSpPr/>
            <p:nvPr/>
          </p:nvSpPr>
          <p:spPr>
            <a:xfrm>
              <a:off x="7404059" y="5961660"/>
              <a:ext cx="6136821" cy="50046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6" name="文本框 335"/>
            <p:cNvSpPr txBox="1"/>
            <p:nvPr/>
          </p:nvSpPr>
          <p:spPr>
            <a:xfrm>
              <a:off x="10372307" y="4164548"/>
              <a:ext cx="2945492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Constraints: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Safety Headway Constraints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Kinematics Constraints(run/dwell times)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Track Occupancy &amp; Blocking</a:t>
              </a:r>
            </a:p>
          </p:txBody>
        </p:sp>
        <p:sp>
          <p:nvSpPr>
            <p:cNvPr id="337" name="箭头: 下 24"/>
            <p:cNvSpPr/>
            <p:nvPr/>
          </p:nvSpPr>
          <p:spPr>
            <a:xfrm>
              <a:off x="10227973" y="5649198"/>
              <a:ext cx="437153" cy="214110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" name="矩形 337"/>
            <p:cNvSpPr/>
            <p:nvPr/>
          </p:nvSpPr>
          <p:spPr>
            <a:xfrm>
              <a:off x="7835633" y="6089117"/>
              <a:ext cx="1444039" cy="2813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联合动作</a:t>
              </a:r>
            </a:p>
          </p:txBody>
        </p:sp>
        <p:sp>
          <p:nvSpPr>
            <p:cNvPr id="339" name="矩形 338"/>
            <p:cNvSpPr/>
            <p:nvPr/>
          </p:nvSpPr>
          <p:spPr>
            <a:xfrm>
              <a:off x="9711246" y="6084869"/>
              <a:ext cx="2754821" cy="2813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优化后的列车时刻表</a:t>
              </a:r>
            </a:p>
          </p:txBody>
        </p:sp>
        <p:sp>
          <p:nvSpPr>
            <p:cNvPr id="341" name="文本框 340"/>
            <p:cNvSpPr txBox="1"/>
            <p:nvPr/>
          </p:nvSpPr>
          <p:spPr>
            <a:xfrm>
              <a:off x="3815288" y="1952899"/>
              <a:ext cx="7625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output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5" name="文本框 344"/>
            <p:cNvSpPr txBox="1"/>
            <p:nvPr/>
          </p:nvSpPr>
          <p:spPr>
            <a:xfrm>
              <a:off x="10083549" y="1953938"/>
              <a:ext cx="7625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output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3" name="图片 22" descr="文本&#10;&#10;AI 生成的内容可能不正确。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6422" y="348536"/>
              <a:ext cx="4398508" cy="677286"/>
            </a:xfrm>
            <a:prstGeom prst="rect">
              <a:avLst/>
            </a:prstGeom>
          </p:spPr>
        </p:pic>
        <p:sp>
          <p:nvSpPr>
            <p:cNvPr id="59" name="箭头: 下 24"/>
            <p:cNvSpPr/>
            <p:nvPr/>
          </p:nvSpPr>
          <p:spPr>
            <a:xfrm rot="16200000">
              <a:off x="6431719" y="3941235"/>
              <a:ext cx="860413" cy="484505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2" name="连接符: 肘形 61"/>
            <p:cNvCxnSpPr>
              <a:stCxn id="330" idx="3"/>
              <a:endCxn id="49" idx="3"/>
            </p:cNvCxnSpPr>
            <p:nvPr/>
          </p:nvCxnSpPr>
          <p:spPr>
            <a:xfrm flipH="1" flipV="1">
              <a:off x="4809583" y="1205921"/>
              <a:ext cx="8731297" cy="5005970"/>
            </a:xfrm>
            <a:prstGeom prst="bentConnector3">
              <a:avLst>
                <a:gd name="adj1" fmla="val -596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EFBAC8-4A16-7E3D-8276-03ABBC995C0B}"/>
              </a:ext>
            </a:extLst>
          </p:cNvPr>
          <p:cNvGrpSpPr/>
          <p:nvPr/>
        </p:nvGrpSpPr>
        <p:grpSpPr>
          <a:xfrm>
            <a:off x="-5408071" y="-1521506"/>
            <a:ext cx="12303012" cy="4733926"/>
            <a:chOff x="527624" y="1171573"/>
            <a:chExt cx="12303012" cy="4733926"/>
          </a:xfrm>
        </p:grpSpPr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E47CE382-5F8B-4B97-D397-5FD9C1C0F4EF}"/>
                </a:ext>
              </a:extLst>
            </p:cNvPr>
            <p:cNvSpPr/>
            <p:nvPr/>
          </p:nvSpPr>
          <p:spPr>
            <a:xfrm>
              <a:off x="9211665" y="2599926"/>
              <a:ext cx="3618971" cy="3305573"/>
            </a:xfrm>
            <a:prstGeom prst="roundRect">
              <a:avLst>
                <a:gd name="adj" fmla="val 11750"/>
              </a:avLst>
            </a:prstGeom>
            <a:solidFill>
              <a:srgbClr val="E6ED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09B19534-C539-F8C0-8368-B2E07A7F6ADE}"/>
                </a:ext>
              </a:extLst>
            </p:cNvPr>
            <p:cNvSpPr/>
            <p:nvPr/>
          </p:nvSpPr>
          <p:spPr>
            <a:xfrm>
              <a:off x="9211665" y="1171573"/>
              <a:ext cx="3618971" cy="1264475"/>
            </a:xfrm>
            <a:prstGeom prst="roundRect">
              <a:avLst>
                <a:gd name="adj" fmla="val 11750"/>
              </a:avLst>
            </a:prstGeom>
            <a:solidFill>
              <a:srgbClr val="E6ED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0BCA385E-63AD-625E-6771-1D385E46BC48}"/>
                </a:ext>
              </a:extLst>
            </p:cNvPr>
            <p:cNvSpPr/>
            <p:nvPr/>
          </p:nvSpPr>
          <p:spPr>
            <a:xfrm>
              <a:off x="5201179" y="1171574"/>
              <a:ext cx="3618971" cy="4733925"/>
            </a:xfrm>
            <a:prstGeom prst="roundRect">
              <a:avLst>
                <a:gd name="adj" fmla="val 11750"/>
              </a:avLst>
            </a:prstGeom>
            <a:solidFill>
              <a:srgbClr val="E6EDF5"/>
            </a:solidFill>
            <a:ln>
              <a:solidFill>
                <a:srgbClr val="E5EC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D5633FA6-F81F-2631-BC8B-977D9D3F1473}"/>
                </a:ext>
              </a:extLst>
            </p:cNvPr>
            <p:cNvSpPr/>
            <p:nvPr/>
          </p:nvSpPr>
          <p:spPr>
            <a:xfrm>
              <a:off x="656948" y="1171574"/>
              <a:ext cx="4152716" cy="4733925"/>
            </a:xfrm>
            <a:prstGeom prst="roundRect">
              <a:avLst>
                <a:gd name="adj" fmla="val 11750"/>
              </a:avLst>
            </a:prstGeom>
            <a:solidFill>
              <a:srgbClr val="F9F2D8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27DB3B0-529B-D372-E623-D5EFDBF0B876}"/>
                </a:ext>
              </a:extLst>
            </p:cNvPr>
            <p:cNvSpPr/>
            <p:nvPr/>
          </p:nvSpPr>
          <p:spPr>
            <a:xfrm>
              <a:off x="801188" y="1902782"/>
              <a:ext cx="3059611" cy="374468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流程图: 接点 16">
              <a:extLst>
                <a:ext uri="{FF2B5EF4-FFF2-40B4-BE49-F238E27FC236}">
                  <a16:creationId xmlns:a16="http://schemas.microsoft.com/office/drawing/2014/main" id="{DA9653F7-7283-1EB2-9CF3-92E02D6BCEE6}"/>
                </a:ext>
              </a:extLst>
            </p:cNvPr>
            <p:cNvSpPr/>
            <p:nvPr/>
          </p:nvSpPr>
          <p:spPr>
            <a:xfrm>
              <a:off x="1452461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A2F14848-E014-D793-EBB9-2150779FB296}"/>
                </a:ext>
              </a:extLst>
            </p:cNvPr>
            <p:cNvSpPr/>
            <p:nvPr/>
          </p:nvSpPr>
          <p:spPr>
            <a:xfrm>
              <a:off x="1750451" y="1976601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流程图: 接点 23">
              <a:extLst>
                <a:ext uri="{FF2B5EF4-FFF2-40B4-BE49-F238E27FC236}">
                  <a16:creationId xmlns:a16="http://schemas.microsoft.com/office/drawing/2014/main" id="{D8675343-2EF7-DF43-039B-85077622D967}"/>
                </a:ext>
              </a:extLst>
            </p:cNvPr>
            <p:cNvSpPr/>
            <p:nvPr/>
          </p:nvSpPr>
          <p:spPr>
            <a:xfrm>
              <a:off x="1159738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9CB94C1-8316-8985-7E75-6AB67F1152A4}"/>
                </a:ext>
              </a:extLst>
            </p:cNvPr>
            <p:cNvSpPr txBox="1"/>
            <p:nvPr/>
          </p:nvSpPr>
          <p:spPr>
            <a:xfrm>
              <a:off x="1981137" y="1881589"/>
              <a:ext cx="28803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29" name="流程图: 接点 28">
              <a:extLst>
                <a:ext uri="{FF2B5EF4-FFF2-40B4-BE49-F238E27FC236}">
                  <a16:creationId xmlns:a16="http://schemas.microsoft.com/office/drawing/2014/main" id="{B59616E3-72BF-14EB-BD34-3E79F3111D8F}"/>
                </a:ext>
              </a:extLst>
            </p:cNvPr>
            <p:cNvSpPr/>
            <p:nvPr/>
          </p:nvSpPr>
          <p:spPr>
            <a:xfrm>
              <a:off x="2630803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48638844-0C14-D7A1-F58D-807EE22D89A7}"/>
                </a:ext>
              </a:extLst>
            </p:cNvPr>
            <p:cNvSpPr/>
            <p:nvPr/>
          </p:nvSpPr>
          <p:spPr>
            <a:xfrm>
              <a:off x="3565533" y="1976601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流程图: 接点 30">
              <a:extLst>
                <a:ext uri="{FF2B5EF4-FFF2-40B4-BE49-F238E27FC236}">
                  <a16:creationId xmlns:a16="http://schemas.microsoft.com/office/drawing/2014/main" id="{1A21B59E-785A-04DB-2B6F-24730C227DDA}"/>
                </a:ext>
              </a:extLst>
            </p:cNvPr>
            <p:cNvSpPr/>
            <p:nvPr/>
          </p:nvSpPr>
          <p:spPr>
            <a:xfrm>
              <a:off x="2328482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D88931D4-52A2-4A97-5E76-7B3D1F974D9B}"/>
                </a:ext>
              </a:extLst>
            </p:cNvPr>
            <p:cNvSpPr/>
            <p:nvPr/>
          </p:nvSpPr>
          <p:spPr>
            <a:xfrm>
              <a:off x="867015" y="1976601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流程图: 接点 32">
              <a:extLst>
                <a:ext uri="{FF2B5EF4-FFF2-40B4-BE49-F238E27FC236}">
                  <a16:creationId xmlns:a16="http://schemas.microsoft.com/office/drawing/2014/main" id="{B7394119-28F8-93B7-14A0-E94B6A6A2F51}"/>
                </a:ext>
              </a:extLst>
            </p:cNvPr>
            <p:cNvSpPr/>
            <p:nvPr/>
          </p:nvSpPr>
          <p:spPr>
            <a:xfrm>
              <a:off x="2937248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流程图: 接点 33">
              <a:extLst>
                <a:ext uri="{FF2B5EF4-FFF2-40B4-BE49-F238E27FC236}">
                  <a16:creationId xmlns:a16="http://schemas.microsoft.com/office/drawing/2014/main" id="{B78B32C9-47A3-1984-83CE-31BA5F36C7C5}"/>
                </a:ext>
              </a:extLst>
            </p:cNvPr>
            <p:cNvSpPr/>
            <p:nvPr/>
          </p:nvSpPr>
          <p:spPr>
            <a:xfrm>
              <a:off x="3251345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1B7A3C45-F990-31C7-2541-386EBE4D8497}"/>
                </a:ext>
              </a:extLst>
            </p:cNvPr>
            <p:cNvSpPr/>
            <p:nvPr/>
          </p:nvSpPr>
          <p:spPr>
            <a:xfrm>
              <a:off x="801188" y="4816298"/>
              <a:ext cx="3059611" cy="374468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流程图: 接点 35">
              <a:extLst>
                <a:ext uri="{FF2B5EF4-FFF2-40B4-BE49-F238E27FC236}">
                  <a16:creationId xmlns:a16="http://schemas.microsoft.com/office/drawing/2014/main" id="{257EC23B-F8D9-6286-B0E4-58C8AFEBA40F}"/>
                </a:ext>
              </a:extLst>
            </p:cNvPr>
            <p:cNvSpPr/>
            <p:nvPr/>
          </p:nvSpPr>
          <p:spPr>
            <a:xfrm>
              <a:off x="1452461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837983FA-E3B8-8685-0FBB-F841DA5F1928}"/>
                </a:ext>
              </a:extLst>
            </p:cNvPr>
            <p:cNvSpPr/>
            <p:nvPr/>
          </p:nvSpPr>
          <p:spPr>
            <a:xfrm>
              <a:off x="1750451" y="4890117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流程图: 接点 37">
              <a:extLst>
                <a:ext uri="{FF2B5EF4-FFF2-40B4-BE49-F238E27FC236}">
                  <a16:creationId xmlns:a16="http://schemas.microsoft.com/office/drawing/2014/main" id="{BD12D6AD-A2FE-DB0F-0C30-C89E2B57D63D}"/>
                </a:ext>
              </a:extLst>
            </p:cNvPr>
            <p:cNvSpPr/>
            <p:nvPr/>
          </p:nvSpPr>
          <p:spPr>
            <a:xfrm>
              <a:off x="1159738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6E56EE1-A50F-524A-F180-9C36CE1D6EA9}"/>
                </a:ext>
              </a:extLst>
            </p:cNvPr>
            <p:cNvSpPr txBox="1"/>
            <p:nvPr/>
          </p:nvSpPr>
          <p:spPr>
            <a:xfrm>
              <a:off x="1981137" y="4795105"/>
              <a:ext cx="28803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40" name="流程图: 接点 39">
              <a:extLst>
                <a:ext uri="{FF2B5EF4-FFF2-40B4-BE49-F238E27FC236}">
                  <a16:creationId xmlns:a16="http://schemas.microsoft.com/office/drawing/2014/main" id="{60B7AE39-73B3-80D1-5CDC-774332B654DC}"/>
                </a:ext>
              </a:extLst>
            </p:cNvPr>
            <p:cNvSpPr/>
            <p:nvPr/>
          </p:nvSpPr>
          <p:spPr>
            <a:xfrm>
              <a:off x="2630803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C4B52F19-933C-4B6C-8DAC-BC00136D8E5A}"/>
                </a:ext>
              </a:extLst>
            </p:cNvPr>
            <p:cNvSpPr/>
            <p:nvPr/>
          </p:nvSpPr>
          <p:spPr>
            <a:xfrm>
              <a:off x="3565533" y="4890117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流程图: 接点 41">
              <a:extLst>
                <a:ext uri="{FF2B5EF4-FFF2-40B4-BE49-F238E27FC236}">
                  <a16:creationId xmlns:a16="http://schemas.microsoft.com/office/drawing/2014/main" id="{EFA3FFB0-ACE5-D609-FE73-B6B0CC0A3BCF}"/>
                </a:ext>
              </a:extLst>
            </p:cNvPr>
            <p:cNvSpPr/>
            <p:nvPr/>
          </p:nvSpPr>
          <p:spPr>
            <a:xfrm>
              <a:off x="2328482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596CFDA0-3107-3B01-CDCD-FF313DC40BFB}"/>
                </a:ext>
              </a:extLst>
            </p:cNvPr>
            <p:cNvSpPr/>
            <p:nvPr/>
          </p:nvSpPr>
          <p:spPr>
            <a:xfrm>
              <a:off x="867015" y="4890117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流程图: 接点 43">
              <a:extLst>
                <a:ext uri="{FF2B5EF4-FFF2-40B4-BE49-F238E27FC236}">
                  <a16:creationId xmlns:a16="http://schemas.microsoft.com/office/drawing/2014/main" id="{12DC5A94-1F15-BE27-5F70-A5AD748DCC18}"/>
                </a:ext>
              </a:extLst>
            </p:cNvPr>
            <p:cNvSpPr/>
            <p:nvPr/>
          </p:nvSpPr>
          <p:spPr>
            <a:xfrm>
              <a:off x="2937248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流程图: 接点 44">
              <a:extLst>
                <a:ext uri="{FF2B5EF4-FFF2-40B4-BE49-F238E27FC236}">
                  <a16:creationId xmlns:a16="http://schemas.microsoft.com/office/drawing/2014/main" id="{1D058FA2-C445-36F0-4952-ED3B76F7F691}"/>
                </a:ext>
              </a:extLst>
            </p:cNvPr>
            <p:cNvSpPr/>
            <p:nvPr/>
          </p:nvSpPr>
          <p:spPr>
            <a:xfrm>
              <a:off x="3251345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流程图: 接点 45">
              <a:extLst>
                <a:ext uri="{FF2B5EF4-FFF2-40B4-BE49-F238E27FC236}">
                  <a16:creationId xmlns:a16="http://schemas.microsoft.com/office/drawing/2014/main" id="{A5993E97-936B-B6C4-B414-B3AD679A732C}"/>
                </a:ext>
              </a:extLst>
            </p:cNvPr>
            <p:cNvSpPr/>
            <p:nvPr/>
          </p:nvSpPr>
          <p:spPr>
            <a:xfrm>
              <a:off x="1277275" y="2489034"/>
              <a:ext cx="2090955" cy="2090955"/>
            </a:xfrm>
            <a:prstGeom prst="flowChartConnector">
              <a:avLst/>
            </a:prstGeom>
            <a:solidFill>
              <a:srgbClr val="DEE7E6"/>
            </a:solidFill>
            <a:ln w="28575">
              <a:solidFill>
                <a:schemeClr val="tx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矩形: 圆角 46">
                  <a:extLst>
                    <a:ext uri="{FF2B5EF4-FFF2-40B4-BE49-F238E27FC236}">
                      <a16:creationId xmlns:a16="http://schemas.microsoft.com/office/drawing/2014/main" id="{5F075659-70FD-2D00-EAC8-D2D27D6D5CF2}"/>
                    </a:ext>
                  </a:extLst>
                </p:cNvPr>
                <p:cNvSpPr/>
                <p:nvPr/>
              </p:nvSpPr>
              <p:spPr>
                <a:xfrm>
                  <a:off x="825782" y="3231608"/>
                  <a:ext cx="667911" cy="585658"/>
                </a:xfrm>
                <a:prstGeom prst="roundRect">
                  <a:avLst>
                    <a:gd name="adj" fmla="val 17134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Single Token:</a:t>
                  </a:r>
                  <a:b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矩形: 圆角 46">
                  <a:extLst>
                    <a:ext uri="{FF2B5EF4-FFF2-40B4-BE49-F238E27FC236}">
                      <a16:creationId xmlns:a16="http://schemas.microsoft.com/office/drawing/2014/main" id="{5F075659-70FD-2D00-EAC8-D2D27D6D5C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782" y="3231608"/>
                  <a:ext cx="667911" cy="585658"/>
                </a:xfrm>
                <a:prstGeom prst="roundRect">
                  <a:avLst>
                    <a:gd name="adj" fmla="val 17134"/>
                  </a:avLst>
                </a:prstGeom>
                <a:blipFill>
                  <a:blip r:embed="rId2"/>
                  <a:stretch>
                    <a:fillRect t="-6122" b="-2041"/>
                  </a:stretch>
                </a:blipFill>
                <a:ln w="95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圆角 48">
                  <a:extLst>
                    <a:ext uri="{FF2B5EF4-FFF2-40B4-BE49-F238E27FC236}">
                      <a16:creationId xmlns:a16="http://schemas.microsoft.com/office/drawing/2014/main" id="{EBD7A590-F660-B606-326F-CA202B4C0EE9}"/>
                    </a:ext>
                  </a:extLst>
                </p:cNvPr>
                <p:cNvSpPr/>
                <p:nvPr/>
              </p:nvSpPr>
              <p:spPr>
                <a:xfrm>
                  <a:off x="1756296" y="3251689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solidFill>
                  <a:srgbClr val="B2C5E4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𝑝𝑎𝑠𝑠</m:t>
                            </m:r>
                          </m:sub>
                        </m:sSub>
                        <m:r>
                          <a:rPr lang="zh-CN" alt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Passenger</a:t>
                  </a: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(P, R)</a:t>
                  </a:r>
                  <a:endParaRPr lang="zh-CN" alt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圆角 48">
                  <a:extLst>
                    <a:ext uri="{FF2B5EF4-FFF2-40B4-BE49-F238E27FC236}">
                      <a16:creationId xmlns:a16="http://schemas.microsoft.com/office/drawing/2014/main" id="{EBD7A590-F660-B606-326F-CA202B4C0E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296" y="3251689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blipFill>
                  <a:blip r:embed="rId3"/>
                  <a:stretch>
                    <a:fillRect t="-3448" b="-21839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右大括号 57">
              <a:extLst>
                <a:ext uri="{FF2B5EF4-FFF2-40B4-BE49-F238E27FC236}">
                  <a16:creationId xmlns:a16="http://schemas.microsoft.com/office/drawing/2014/main" id="{319FCDE5-FAF6-018B-E550-F8947E424309}"/>
                </a:ext>
              </a:extLst>
            </p:cNvPr>
            <p:cNvSpPr/>
            <p:nvPr/>
          </p:nvSpPr>
          <p:spPr>
            <a:xfrm>
              <a:off x="3989129" y="1676400"/>
              <a:ext cx="204712" cy="3715489"/>
            </a:xfrm>
            <a:prstGeom prst="rightBrace">
              <a:avLst>
                <a:gd name="adj1" fmla="val 62087"/>
                <a:gd name="adj2" fmla="val 4964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矩形: 圆角 58">
                  <a:extLst>
                    <a:ext uri="{FF2B5EF4-FFF2-40B4-BE49-F238E27FC236}">
                      <a16:creationId xmlns:a16="http://schemas.microsoft.com/office/drawing/2014/main" id="{3668CE75-0851-5A01-3E60-9D2EF3651DC4}"/>
                    </a:ext>
                  </a:extLst>
                </p:cNvPr>
                <p:cNvSpPr/>
                <p:nvPr/>
              </p:nvSpPr>
              <p:spPr>
                <a:xfrm>
                  <a:off x="4146904" y="3248262"/>
                  <a:ext cx="779645" cy="519521"/>
                </a:xfrm>
                <a:prstGeom prst="roundRect">
                  <a:avLst>
                    <a:gd name="adj" fmla="val 0"/>
                  </a:avLst>
                </a:prstGeom>
                <a:no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Token</a:t>
                  </a:r>
                </a:p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Sequence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9" name="矩形: 圆角 58">
                  <a:extLst>
                    <a:ext uri="{FF2B5EF4-FFF2-40B4-BE49-F238E27FC236}">
                      <a16:creationId xmlns:a16="http://schemas.microsoft.com/office/drawing/2014/main" id="{3668CE75-0851-5A01-3E60-9D2EF3651D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6904" y="3248262"/>
                  <a:ext cx="779645" cy="519521"/>
                </a:xfrm>
                <a:prstGeom prst="roundRect">
                  <a:avLst>
                    <a:gd name="adj" fmla="val 0"/>
                  </a:avLst>
                </a:prstGeom>
                <a:blipFill>
                  <a:blip r:embed="rId4"/>
                  <a:stretch>
                    <a:fillRect t="-12941" b="-8235"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箭头: 右 59">
              <a:extLst>
                <a:ext uri="{FF2B5EF4-FFF2-40B4-BE49-F238E27FC236}">
                  <a16:creationId xmlns:a16="http://schemas.microsoft.com/office/drawing/2014/main" id="{FCDA2DDA-B3A8-1B1A-8838-B76D3FE4CC76}"/>
                </a:ext>
              </a:extLst>
            </p:cNvPr>
            <p:cNvSpPr/>
            <p:nvPr/>
          </p:nvSpPr>
          <p:spPr>
            <a:xfrm>
              <a:off x="4867276" y="3404994"/>
              <a:ext cx="311944" cy="206056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流程图: 接点 60">
              <a:extLst>
                <a:ext uri="{FF2B5EF4-FFF2-40B4-BE49-F238E27FC236}">
                  <a16:creationId xmlns:a16="http://schemas.microsoft.com/office/drawing/2014/main" id="{23FA7071-03E4-2920-294C-70F997259C4E}"/>
                </a:ext>
              </a:extLst>
            </p:cNvPr>
            <p:cNvSpPr/>
            <p:nvPr/>
          </p:nvSpPr>
          <p:spPr>
            <a:xfrm>
              <a:off x="5265506" y="3396686"/>
              <a:ext cx="255501" cy="255501"/>
            </a:xfrm>
            <a:prstGeom prst="flowChartConnector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FEC0703C-E567-05BA-D49F-D770A1F55B3D}"/>
                </a:ext>
              </a:extLst>
            </p:cNvPr>
            <p:cNvSpPr/>
            <p:nvPr/>
          </p:nvSpPr>
          <p:spPr>
            <a:xfrm>
              <a:off x="5916328" y="2166151"/>
              <a:ext cx="1682074" cy="2257196"/>
            </a:xfrm>
            <a:prstGeom prst="roundRect">
              <a:avLst>
                <a:gd name="adj" fmla="val 9583"/>
              </a:avLst>
            </a:prstGeom>
            <a:solidFill>
              <a:srgbClr val="BBCD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E521F136-DB03-93BE-43F9-2DD9586AB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8403" y="4053899"/>
              <a:ext cx="0" cy="33473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E9EE8B82-BAF9-94E4-6509-AD58923574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7021" y="4053075"/>
              <a:ext cx="0" cy="199146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2016C582-B311-6500-0A36-EF6197BE3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9785" y="4053075"/>
              <a:ext cx="0" cy="20390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706ADF34-79C9-4C7C-C5F2-F6EA717900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1167" y="4049136"/>
              <a:ext cx="0" cy="243566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908DDA51-3282-3F69-AFE1-2F9EEB39F9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5639" y="4048312"/>
              <a:ext cx="0" cy="24439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56305D78-2D11-FDEB-AA3F-6D6F61FA5695}"/>
                </a:ext>
              </a:extLst>
            </p:cNvPr>
            <p:cNvCxnSpPr>
              <a:cxnSpLocks/>
            </p:cNvCxnSpPr>
            <p:nvPr/>
          </p:nvCxnSpPr>
          <p:spPr>
            <a:xfrm>
              <a:off x="6467021" y="4252221"/>
              <a:ext cx="582764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07ED1A51-6082-2C16-70D9-B9F1AD88B9A6}"/>
                </a:ext>
              </a:extLst>
            </p:cNvPr>
            <p:cNvCxnSpPr>
              <a:cxnSpLocks/>
            </p:cNvCxnSpPr>
            <p:nvPr/>
          </p:nvCxnSpPr>
          <p:spPr>
            <a:xfrm>
              <a:off x="6175639" y="4292702"/>
              <a:ext cx="1165528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D6907F93-0F15-6A03-A69D-78DDD2B33F21}"/>
                </a:ext>
              </a:extLst>
            </p:cNvPr>
            <p:cNvSpPr/>
            <p:nvPr/>
          </p:nvSpPr>
          <p:spPr>
            <a:xfrm>
              <a:off x="6058754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52E632F0-0B27-A7D0-8617-AD144C5CB78E}"/>
                </a:ext>
              </a:extLst>
            </p:cNvPr>
            <p:cNvSpPr/>
            <p:nvPr/>
          </p:nvSpPr>
          <p:spPr>
            <a:xfrm>
              <a:off x="6350136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2B05A728-9938-8ED6-CF3B-7B9E1D3B832B}"/>
                </a:ext>
              </a:extLst>
            </p:cNvPr>
            <p:cNvSpPr/>
            <p:nvPr/>
          </p:nvSpPr>
          <p:spPr>
            <a:xfrm>
              <a:off x="6641517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BE76C62E-7D3F-41BE-4C92-AEED67DEF4AE}"/>
                </a:ext>
              </a:extLst>
            </p:cNvPr>
            <p:cNvSpPr/>
            <p:nvPr/>
          </p:nvSpPr>
          <p:spPr>
            <a:xfrm>
              <a:off x="6927465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F8157D08-9DBF-3B14-8479-23093F9AFB2E}"/>
                </a:ext>
              </a:extLst>
            </p:cNvPr>
            <p:cNvSpPr/>
            <p:nvPr/>
          </p:nvSpPr>
          <p:spPr>
            <a:xfrm>
              <a:off x="7218374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矩形: 圆角 154">
                  <a:extLst>
                    <a:ext uri="{FF2B5EF4-FFF2-40B4-BE49-F238E27FC236}">
                      <a16:creationId xmlns:a16="http://schemas.microsoft.com/office/drawing/2014/main" id="{24533006-339C-73FB-996A-64C6E0657C57}"/>
                    </a:ext>
                  </a:extLst>
                </p:cNvPr>
                <p:cNvSpPr/>
                <p:nvPr/>
              </p:nvSpPr>
              <p:spPr>
                <a:xfrm>
                  <a:off x="6090937" y="4699146"/>
                  <a:ext cx="1339244" cy="424741"/>
                </a:xfrm>
                <a:prstGeom prst="roundRect">
                  <a:avLst>
                    <a:gd name="adj" fmla="val 21658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Positional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Emb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𝑝𝑜𝑠</m:t>
                          </m:r>
                        </m:sub>
                      </m:sSub>
                    </m:oMath>
                  </a14:m>
                  <a:endParaRPr lang="zh-CN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5" name="矩形: 圆角 154">
                  <a:extLst>
                    <a:ext uri="{FF2B5EF4-FFF2-40B4-BE49-F238E27FC236}">
                      <a16:creationId xmlns:a16="http://schemas.microsoft.com/office/drawing/2014/main" id="{24533006-339C-73FB-996A-64C6E0657C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0937" y="4699146"/>
                  <a:ext cx="1339244" cy="424741"/>
                </a:xfrm>
                <a:prstGeom prst="roundRect">
                  <a:avLst>
                    <a:gd name="adj" fmla="val 21658"/>
                  </a:avLst>
                </a:prstGeom>
                <a:blipFill>
                  <a:blip r:embed="rId5"/>
                  <a:stretch>
                    <a:fillRect t="-4167" b="-1389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5860E442-4F4E-0F39-61A6-BF6502B067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5639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65DA768B-BD66-96D3-243E-51A2D254B6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7021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60984EAC-91B7-1686-7B4C-B77C850D2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9042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07B68E6E-F8C7-4D6C-FECF-562F6F7AF7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9785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680CB3B9-A599-053A-F83E-4A9DD9B93E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1167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3E31D23B-49D7-9C28-9BE1-78A415500142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V="1">
              <a:off x="6175639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A893E29E-E9CA-336E-14EA-A6F8DBFC4C8C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V="1">
              <a:off x="617563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6C94A1B5-10FD-7307-2F15-8B07B3EB52EA}"/>
                </a:ext>
              </a:extLst>
            </p:cNvPr>
            <p:cNvCxnSpPr/>
            <p:nvPr/>
          </p:nvCxnSpPr>
          <p:spPr>
            <a:xfrm flipV="1">
              <a:off x="6467021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0F713CB8-98A6-2793-8043-B76D70D05EEA}"/>
                </a:ext>
              </a:extLst>
            </p:cNvPr>
            <p:cNvCxnSpPr/>
            <p:nvPr/>
          </p:nvCxnSpPr>
          <p:spPr>
            <a:xfrm flipV="1">
              <a:off x="6752732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9BD98339-7AC1-849F-10A1-C3EBB10AE213}"/>
                </a:ext>
              </a:extLst>
            </p:cNvPr>
            <p:cNvCxnSpPr/>
            <p:nvPr/>
          </p:nvCxnSpPr>
          <p:spPr>
            <a:xfrm flipV="1">
              <a:off x="7049783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A85EE507-C4BD-FF05-8DF5-FAEFA4B52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34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5180726F-1ED5-0CEB-766C-E23F61246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272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4687C182-DB78-9DC1-59FD-1B8F7FFF8D61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H="1" flipV="1">
              <a:off x="6175639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62E87070-6219-95BE-0936-93FCEF18F5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3864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5C29933E-A31C-AA14-A74B-C72D182C68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64356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0C10DC08-32E5-C46D-C3B0-0B8DC709C1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54116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00A3B165-85F8-98D0-08CB-A8BF92D63077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H="1" flipV="1">
              <a:off x="617563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321884F9-F34D-576C-2CE9-9F489BC1E0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3864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A633215F-2963-FF25-3FCC-96657CDB84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6055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26BCC629-75B0-18CC-D46B-82EC0837DA51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V="1">
              <a:off x="6175639" y="3605974"/>
              <a:ext cx="868711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523AA983-D6FF-596F-165C-D6EDFEB1ED7A}"/>
                </a:ext>
              </a:extLst>
            </p:cNvPr>
            <p:cNvCxnSpPr/>
            <p:nvPr/>
          </p:nvCxnSpPr>
          <p:spPr>
            <a:xfrm flipV="1">
              <a:off x="6467385" y="3605974"/>
              <a:ext cx="868711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31013755-2FD2-266B-C23C-0615277CE1F6}"/>
                </a:ext>
              </a:extLst>
            </p:cNvPr>
            <p:cNvCxnSpPr>
              <a:cxnSpLocks/>
              <a:endCxn id="154" idx="0"/>
            </p:cNvCxnSpPr>
            <p:nvPr/>
          </p:nvCxnSpPr>
          <p:spPr>
            <a:xfrm>
              <a:off x="6175639" y="3605974"/>
              <a:ext cx="1159620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AF0D3656-0649-516E-8C8D-738FFACEBF48}"/>
                </a:ext>
              </a:extLst>
            </p:cNvPr>
            <p:cNvCxnSpPr/>
            <p:nvPr/>
          </p:nvCxnSpPr>
          <p:spPr>
            <a:xfrm>
              <a:off x="6467032" y="3605974"/>
              <a:ext cx="868711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159C13DD-BFF7-3176-52C5-D01EF28B14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8403" y="2860789"/>
              <a:ext cx="0" cy="23890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2CA2FED9-B702-89DD-66AB-BA6791F99E13}"/>
                </a:ext>
              </a:extLst>
            </p:cNvPr>
            <p:cNvSpPr/>
            <p:nvPr/>
          </p:nvSpPr>
          <p:spPr>
            <a:xfrm>
              <a:off x="6170436" y="2436048"/>
              <a:ext cx="1180246" cy="424741"/>
            </a:xfrm>
            <a:prstGeom prst="roundRect">
              <a:avLst>
                <a:gd name="adj" fmla="val 19608"/>
              </a:avLst>
            </a:prstGeom>
            <a:solidFill>
              <a:srgbClr val="DAE0EC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Feed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Froward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矩形: 圆角 187">
                  <a:extLst>
                    <a:ext uri="{FF2B5EF4-FFF2-40B4-BE49-F238E27FC236}">
                      <a16:creationId xmlns:a16="http://schemas.microsoft.com/office/drawing/2014/main" id="{46DD6D1F-81D2-E7E9-DB8B-FC01104FD3C6}"/>
                    </a:ext>
                  </a:extLst>
                </p:cNvPr>
                <p:cNvSpPr/>
                <p:nvPr/>
              </p:nvSpPr>
              <p:spPr>
                <a:xfrm>
                  <a:off x="6090937" y="5371053"/>
                  <a:ext cx="1339244" cy="424741"/>
                </a:xfrm>
                <a:prstGeom prst="roundRect">
                  <a:avLst>
                    <a:gd name="adj" fmla="val 23709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Positional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Emb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𝑑𝑖𝑟</m:t>
                          </m:r>
                        </m:sub>
                      </m:sSub>
                    </m:oMath>
                  </a14:m>
                  <a:endParaRPr lang="zh-CN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8" name="矩形: 圆角 187">
                  <a:extLst>
                    <a:ext uri="{FF2B5EF4-FFF2-40B4-BE49-F238E27FC236}">
                      <a16:creationId xmlns:a16="http://schemas.microsoft.com/office/drawing/2014/main" id="{46DD6D1F-81D2-E7E9-DB8B-FC01104FD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0937" y="5371053"/>
                  <a:ext cx="1339244" cy="424741"/>
                </a:xfrm>
                <a:prstGeom prst="roundRect">
                  <a:avLst>
                    <a:gd name="adj" fmla="val 23709"/>
                  </a:avLst>
                </a:prstGeom>
                <a:blipFill>
                  <a:blip r:embed="rId6"/>
                  <a:stretch>
                    <a:fillRect t="-2778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F54C578E-DB80-A444-43B1-C6C7BDBB6965}"/>
                </a:ext>
              </a:extLst>
            </p:cNvPr>
            <p:cNvSpPr/>
            <p:nvPr/>
          </p:nvSpPr>
          <p:spPr>
            <a:xfrm>
              <a:off x="6058754" y="3100521"/>
              <a:ext cx="1393390" cy="424741"/>
            </a:xfrm>
            <a:prstGeom prst="roundRect">
              <a:avLst>
                <a:gd name="adj" fmla="val 21658"/>
              </a:avLst>
            </a:prstGeom>
            <a:solidFill>
              <a:srgbClr val="DAE0EC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Multi-Head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Self-Attention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右大括号 17">
              <a:extLst>
                <a:ext uri="{FF2B5EF4-FFF2-40B4-BE49-F238E27FC236}">
                  <a16:creationId xmlns:a16="http://schemas.microsoft.com/office/drawing/2014/main" id="{49562E52-0B5A-5BF7-275A-BFC083028567}"/>
                </a:ext>
              </a:extLst>
            </p:cNvPr>
            <p:cNvSpPr/>
            <p:nvPr/>
          </p:nvSpPr>
          <p:spPr>
            <a:xfrm rot="16200000">
              <a:off x="2248087" y="186871"/>
              <a:ext cx="155448" cy="3059611"/>
            </a:xfrm>
            <a:prstGeom prst="rightBrace">
              <a:avLst>
                <a:gd name="adj1" fmla="val 45097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6C6112D-6646-751C-4721-89A176463D8E}"/>
                </a:ext>
              </a:extLst>
            </p:cNvPr>
            <p:cNvSpPr/>
            <p:nvPr/>
          </p:nvSpPr>
          <p:spPr>
            <a:xfrm>
              <a:off x="1712860" y="1308279"/>
              <a:ext cx="1211080" cy="3384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Upstream(v= 1)</a:t>
              </a:r>
              <a:endParaRPr lang="en-US" altLang="zh-CN" sz="1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 algn="ctr"/>
              <a:r>
                <a:rPr lang="en-US" altLang="zh-CN" sz="10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 </a:t>
              </a:r>
              <a:r>
                <a:rPr lang="en-US" altLang="zh-CN" sz="10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Stations</a:t>
              </a:r>
              <a:endPara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BE470F3-3053-96E5-5760-58B4D11B9FD0}"/>
                </a:ext>
              </a:extLst>
            </p:cNvPr>
            <p:cNvSpPr/>
            <p:nvPr/>
          </p:nvSpPr>
          <p:spPr>
            <a:xfrm>
              <a:off x="527624" y="5240563"/>
              <a:ext cx="2034628" cy="3384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Downstream(v= 0)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06789F5F-C7C7-B2DA-8CF7-25353EA771F4}"/>
                </a:ext>
              </a:extLst>
            </p:cNvPr>
            <p:cNvSpPr txBox="1"/>
            <p:nvPr/>
          </p:nvSpPr>
          <p:spPr>
            <a:xfrm>
              <a:off x="6162526" y="2154155"/>
              <a:ext cx="11673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梯形 55">
              <a:extLst>
                <a:ext uri="{FF2B5EF4-FFF2-40B4-BE49-F238E27FC236}">
                  <a16:creationId xmlns:a16="http://schemas.microsoft.com/office/drawing/2014/main" id="{0FC39B2E-491E-6E6C-09ED-1BECED29B884}"/>
                </a:ext>
              </a:extLst>
            </p:cNvPr>
            <p:cNvSpPr/>
            <p:nvPr/>
          </p:nvSpPr>
          <p:spPr>
            <a:xfrm rot="5400000">
              <a:off x="7792672" y="3286090"/>
              <a:ext cx="914400" cy="476691"/>
            </a:xfrm>
            <a:prstGeom prst="trapezoid">
              <a:avLst>
                <a:gd name="adj" fmla="val 32500"/>
              </a:avLst>
            </a:prstGeom>
            <a:solidFill>
              <a:srgbClr val="BBCD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0" name="连接符: 肘形 79">
              <a:extLst>
                <a:ext uri="{FF2B5EF4-FFF2-40B4-BE49-F238E27FC236}">
                  <a16:creationId xmlns:a16="http://schemas.microsoft.com/office/drawing/2014/main" id="{852C4530-EC5F-B3AB-7B8F-A31E5C1065CA}"/>
                </a:ext>
              </a:extLst>
            </p:cNvPr>
            <p:cNvCxnSpPr>
              <a:cxnSpLocks/>
              <a:stCxn id="63" idx="0"/>
              <a:endCxn id="61" idx="0"/>
            </p:cNvCxnSpPr>
            <p:nvPr/>
          </p:nvCxnSpPr>
          <p:spPr>
            <a:xfrm rot="16200000" flipH="1" flipV="1">
              <a:off x="5460043" y="2099364"/>
              <a:ext cx="1230535" cy="1364108"/>
            </a:xfrm>
            <a:prstGeom prst="bentConnector3">
              <a:avLst>
                <a:gd name="adj1" fmla="val -23995"/>
              </a:avLst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矩形: 圆角 104">
                  <a:extLst>
                    <a:ext uri="{FF2B5EF4-FFF2-40B4-BE49-F238E27FC236}">
                      <a16:creationId xmlns:a16="http://schemas.microsoft.com/office/drawing/2014/main" id="{F1242A6E-FB6F-FB2F-AABC-AB2F87E308C6}"/>
                    </a:ext>
                  </a:extLst>
                </p:cNvPr>
                <p:cNvSpPr/>
                <p:nvPr/>
              </p:nvSpPr>
              <p:spPr>
                <a:xfrm>
                  <a:off x="1756296" y="3765568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solidFill>
                  <a:srgbClr val="FEE697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𝑒𝑛𝑣</m:t>
                            </m:r>
                          </m:sub>
                        </m:sSub>
                        <m:r>
                          <a:rPr lang="zh-CN" alt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1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Environment  </a:t>
                  </a: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(time, flag)</a:t>
                  </a:r>
                  <a:endParaRPr lang="zh-CN" alt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5" name="矩形: 圆角 104">
                  <a:extLst>
                    <a:ext uri="{FF2B5EF4-FFF2-40B4-BE49-F238E27FC236}">
                      <a16:creationId xmlns:a16="http://schemas.microsoft.com/office/drawing/2014/main" id="{F1242A6E-FB6F-FB2F-AABC-AB2F87E308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296" y="3765568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blipFill>
                  <a:blip r:embed="rId7"/>
                  <a:stretch>
                    <a:fillRect t="-2326" b="-19767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矩形: 圆角 105">
                  <a:extLst>
                    <a:ext uri="{FF2B5EF4-FFF2-40B4-BE49-F238E27FC236}">
                      <a16:creationId xmlns:a16="http://schemas.microsoft.com/office/drawing/2014/main" id="{3ACB9933-C315-0C4D-7089-6B697C739657}"/>
                    </a:ext>
                  </a:extLst>
                </p:cNvPr>
                <p:cNvSpPr/>
                <p:nvPr/>
              </p:nvSpPr>
              <p:spPr>
                <a:xfrm>
                  <a:off x="1756296" y="2734383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solidFill>
                  <a:srgbClr val="B4C8E3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𝑙𝑜𝑐</m:t>
                            </m:r>
                          </m:sub>
                        </m:sSub>
                      </m:oMath>
                    </m:oMathPara>
                  </a14:m>
                  <a:endPara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Local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Peatures</a:t>
                  </a:r>
                  <a:endPara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1200" i="1" dirty="0" err="1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sn,in</a:t>
                  </a:r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)</a:t>
                  </a:r>
                  <a:endParaRPr lang="zh-CN" alt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6" name="矩形: 圆角 105">
                  <a:extLst>
                    <a:ext uri="{FF2B5EF4-FFF2-40B4-BE49-F238E27FC236}">
                      <a16:creationId xmlns:a16="http://schemas.microsoft.com/office/drawing/2014/main" id="{3ACB9933-C315-0C4D-7089-6B697C7396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296" y="2734383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blipFill>
                  <a:blip r:embed="rId8"/>
                  <a:stretch>
                    <a:fillRect t="-3488" b="-19767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4" name="左大括号 113">
              <a:extLst>
                <a:ext uri="{FF2B5EF4-FFF2-40B4-BE49-F238E27FC236}">
                  <a16:creationId xmlns:a16="http://schemas.microsoft.com/office/drawing/2014/main" id="{6CEF9EA2-BB4F-54DD-DBA4-89227B4B01F3}"/>
                </a:ext>
              </a:extLst>
            </p:cNvPr>
            <p:cNvSpPr/>
            <p:nvPr/>
          </p:nvSpPr>
          <p:spPr>
            <a:xfrm>
              <a:off x="1547648" y="2763449"/>
              <a:ext cx="155448" cy="1529253"/>
            </a:xfrm>
            <a:prstGeom prst="leftBrace">
              <a:avLst>
                <a:gd name="adj1" fmla="val 83905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97DFBD26-BFBB-1E1B-DEDF-905F80CB6211}"/>
                </a:ext>
              </a:extLst>
            </p:cNvPr>
            <p:cNvCxnSpPr>
              <a:stCxn id="61" idx="0"/>
              <a:endCxn id="61" idx="4"/>
            </p:cNvCxnSpPr>
            <p:nvPr/>
          </p:nvCxnSpPr>
          <p:spPr>
            <a:xfrm>
              <a:off x="5393257" y="3396686"/>
              <a:ext cx="0" cy="25550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5F8223B9-5304-53F9-F451-E7E3A58110AD}"/>
                </a:ext>
              </a:extLst>
            </p:cNvPr>
            <p:cNvCxnSpPr>
              <a:stCxn id="61" idx="2"/>
              <a:endCxn id="61" idx="6"/>
            </p:cNvCxnSpPr>
            <p:nvPr/>
          </p:nvCxnSpPr>
          <p:spPr>
            <a:xfrm>
              <a:off x="5265506" y="3524437"/>
              <a:ext cx="25550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16DC7FC4-FC09-0B7B-A27B-A2107DAFBC17}"/>
                </a:ext>
              </a:extLst>
            </p:cNvPr>
            <p:cNvCxnSpPr>
              <a:cxnSpLocks/>
              <a:stCxn id="188" idx="0"/>
              <a:endCxn id="155" idx="2"/>
            </p:cNvCxnSpPr>
            <p:nvPr/>
          </p:nvCxnSpPr>
          <p:spPr>
            <a:xfrm flipV="1">
              <a:off x="6760559" y="5123887"/>
              <a:ext cx="0" cy="247166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854CF35E-7C08-4F24-43CE-65B9C42D3FA2}"/>
                </a:ext>
              </a:extLst>
            </p:cNvPr>
            <p:cNvCxnSpPr>
              <a:cxnSpLocks/>
              <a:stCxn id="155" idx="0"/>
              <a:endCxn id="63" idx="2"/>
            </p:cNvCxnSpPr>
            <p:nvPr/>
          </p:nvCxnSpPr>
          <p:spPr>
            <a:xfrm flipH="1" flipV="1">
              <a:off x="6757365" y="4423347"/>
              <a:ext cx="3194" cy="27579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连接符: 肘形 1023">
              <a:extLst>
                <a:ext uri="{FF2B5EF4-FFF2-40B4-BE49-F238E27FC236}">
                  <a16:creationId xmlns:a16="http://schemas.microsoft.com/office/drawing/2014/main" id="{6537BE13-E6C3-66C9-0D3C-0E1F83A88AA5}"/>
                </a:ext>
              </a:extLst>
            </p:cNvPr>
            <p:cNvCxnSpPr>
              <a:cxnSpLocks/>
              <a:stCxn id="188" idx="1"/>
              <a:endCxn id="61" idx="4"/>
            </p:cNvCxnSpPr>
            <p:nvPr/>
          </p:nvCxnSpPr>
          <p:spPr>
            <a:xfrm rot="10800000">
              <a:off x="5393257" y="3652188"/>
              <a:ext cx="697680" cy="1931237"/>
            </a:xfrm>
            <a:prstGeom prst="bentConnector2">
              <a:avLst/>
            </a:prstGeom>
            <a:ln w="28575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直接箭头连接符 1026">
              <a:extLst>
                <a:ext uri="{FF2B5EF4-FFF2-40B4-BE49-F238E27FC236}">
                  <a16:creationId xmlns:a16="http://schemas.microsoft.com/office/drawing/2014/main" id="{7EF4E827-67A3-0D3B-4219-D86BBA303E09}"/>
                </a:ext>
              </a:extLst>
            </p:cNvPr>
            <p:cNvCxnSpPr>
              <a:cxnSpLocks/>
              <a:stCxn id="61" idx="6"/>
            </p:cNvCxnSpPr>
            <p:nvPr/>
          </p:nvCxnSpPr>
          <p:spPr>
            <a:xfrm>
              <a:off x="5521007" y="3524437"/>
              <a:ext cx="395321" cy="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连接符: 肘形 1033">
              <a:extLst>
                <a:ext uri="{FF2B5EF4-FFF2-40B4-BE49-F238E27FC236}">
                  <a16:creationId xmlns:a16="http://schemas.microsoft.com/office/drawing/2014/main" id="{D3F9CEE5-412E-26FF-701D-8D37347EECCD}"/>
                </a:ext>
              </a:extLst>
            </p:cNvPr>
            <p:cNvCxnSpPr>
              <a:cxnSpLocks/>
              <a:stCxn id="180" idx="0"/>
            </p:cNvCxnSpPr>
            <p:nvPr/>
          </p:nvCxnSpPr>
          <p:spPr>
            <a:xfrm rot="16200000" flipH="1" flipV="1">
              <a:off x="6495708" y="2693068"/>
              <a:ext cx="521871" cy="7830"/>
            </a:xfrm>
            <a:prstGeom prst="bentConnector4">
              <a:avLst>
                <a:gd name="adj1" fmla="val -14145"/>
                <a:gd name="adj2" fmla="val -8266552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连接符: 肘形 77">
              <a:extLst>
                <a:ext uri="{FF2B5EF4-FFF2-40B4-BE49-F238E27FC236}">
                  <a16:creationId xmlns:a16="http://schemas.microsoft.com/office/drawing/2014/main" id="{86C47D9F-2446-9E60-28A0-4483450FA7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6547" y="3019809"/>
              <a:ext cx="4011" cy="1308287"/>
            </a:xfrm>
            <a:prstGeom prst="bentConnector3">
              <a:avLst>
                <a:gd name="adj1" fmla="val -19235228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B092EAFC-01C6-B5E1-95A5-C085CBF932E2}"/>
                </a:ext>
              </a:extLst>
            </p:cNvPr>
            <p:cNvCxnSpPr>
              <a:cxnSpLocks/>
            </p:cNvCxnSpPr>
            <p:nvPr/>
          </p:nvCxnSpPr>
          <p:spPr>
            <a:xfrm>
              <a:off x="7598402" y="3524437"/>
              <a:ext cx="395321" cy="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4F79E25-08F7-9472-B424-75EA680380B2}"/>
                </a:ext>
              </a:extLst>
            </p:cNvPr>
            <p:cNvSpPr txBox="1"/>
            <p:nvPr/>
          </p:nvSpPr>
          <p:spPr>
            <a:xfrm rot="10800000">
              <a:off x="7974673" y="3248328"/>
              <a:ext cx="553998" cy="57163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Mean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Pooling</a:t>
              </a:r>
              <a:endParaRPr lang="zh-CN" altLang="en-US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3366B0BF-ADB1-93EE-A44D-268969A3B413}"/>
                    </a:ext>
                  </a:extLst>
                </p:cNvPr>
                <p:cNvSpPr txBox="1"/>
                <p:nvPr/>
              </p:nvSpPr>
              <p:spPr>
                <a:xfrm>
                  <a:off x="7420376" y="3971125"/>
                  <a:ext cx="1664827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obal</a:t>
                  </a:r>
                  <a:endPara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State</a:t>
                  </a:r>
                </a:p>
                <a:p>
                  <a:pPr algn="ctr"/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Representation</a:t>
                  </a:r>
                  <a:endPara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3366B0BF-ADB1-93EE-A44D-268969A3B4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0376" y="3971125"/>
                  <a:ext cx="1664827" cy="83099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1" name="矩形: 圆角 120">
              <a:extLst>
                <a:ext uri="{FF2B5EF4-FFF2-40B4-BE49-F238E27FC236}">
                  <a16:creationId xmlns:a16="http://schemas.microsoft.com/office/drawing/2014/main" id="{3F534048-EBD1-9BF9-F389-5AC3032FDABD}"/>
                </a:ext>
              </a:extLst>
            </p:cNvPr>
            <p:cNvSpPr/>
            <p:nvPr/>
          </p:nvSpPr>
          <p:spPr>
            <a:xfrm>
              <a:off x="10000191" y="1742383"/>
              <a:ext cx="1257256" cy="467942"/>
            </a:xfrm>
            <a:prstGeom prst="roundRect">
              <a:avLst>
                <a:gd name="adj" fmla="val 19608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Critic Net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(MLP)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23" name="连接符: 肘形 122">
              <a:extLst>
                <a:ext uri="{FF2B5EF4-FFF2-40B4-BE49-F238E27FC236}">
                  <a16:creationId xmlns:a16="http://schemas.microsoft.com/office/drawing/2014/main" id="{252B3387-CF28-5F3E-A216-0B60A09451BA}"/>
                </a:ext>
              </a:extLst>
            </p:cNvPr>
            <p:cNvCxnSpPr>
              <a:cxnSpLocks/>
              <a:stCxn id="90" idx="1"/>
              <a:endCxn id="121" idx="1"/>
            </p:cNvCxnSpPr>
            <p:nvPr/>
          </p:nvCxnSpPr>
          <p:spPr>
            <a:xfrm flipV="1">
              <a:off x="8528671" y="1976354"/>
              <a:ext cx="1471520" cy="1557789"/>
            </a:xfrm>
            <a:prstGeom prst="bentConnector3">
              <a:avLst>
                <a:gd name="adj1" fmla="val 33602"/>
              </a:avLst>
            </a:prstGeom>
            <a:ln w="31750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流程图: 接点 133">
                  <a:extLst>
                    <a:ext uri="{FF2B5EF4-FFF2-40B4-BE49-F238E27FC236}">
                      <a16:creationId xmlns:a16="http://schemas.microsoft.com/office/drawing/2014/main" id="{8B651B87-1D7C-DBC1-A15C-44A035F50C65}"/>
                    </a:ext>
                  </a:extLst>
                </p:cNvPr>
                <p:cNvSpPr/>
                <p:nvPr/>
              </p:nvSpPr>
              <p:spPr>
                <a:xfrm>
                  <a:off x="11788265" y="1766026"/>
                  <a:ext cx="807470" cy="420656"/>
                </a:xfrm>
                <a:prstGeom prst="flowChartConnector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4" name="流程图: 接点 133">
                  <a:extLst>
                    <a:ext uri="{FF2B5EF4-FFF2-40B4-BE49-F238E27FC236}">
                      <a16:creationId xmlns:a16="http://schemas.microsoft.com/office/drawing/2014/main" id="{8B651B87-1D7C-DBC1-A15C-44A035F50C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8265" y="1766026"/>
                  <a:ext cx="807470" cy="420656"/>
                </a:xfrm>
                <a:prstGeom prst="flowChartConnector">
                  <a:avLst/>
                </a:prstGeom>
                <a:blipFill>
                  <a:blip r:embed="rId10"/>
                  <a:stretch>
                    <a:fillRect b="-4225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BFD8CD3D-7FFE-0B95-6091-D7202B537C57}"/>
                </a:ext>
              </a:extLst>
            </p:cNvPr>
            <p:cNvCxnSpPr>
              <a:cxnSpLocks/>
              <a:stCxn id="121" idx="3"/>
              <a:endCxn id="134" idx="2"/>
            </p:cNvCxnSpPr>
            <p:nvPr/>
          </p:nvCxnSpPr>
          <p:spPr>
            <a:xfrm>
              <a:off x="11257447" y="1976354"/>
              <a:ext cx="530818" cy="0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6" name="矩形: 圆角 1025">
              <a:extLst>
                <a:ext uri="{FF2B5EF4-FFF2-40B4-BE49-F238E27FC236}">
                  <a16:creationId xmlns:a16="http://schemas.microsoft.com/office/drawing/2014/main" id="{01E3AF4D-C4BA-4D7E-BE06-ABFAE4556954}"/>
                </a:ext>
              </a:extLst>
            </p:cNvPr>
            <p:cNvSpPr/>
            <p:nvPr/>
          </p:nvSpPr>
          <p:spPr>
            <a:xfrm>
              <a:off x="9885378" y="3112288"/>
              <a:ext cx="759321" cy="551737"/>
            </a:xfrm>
            <a:prstGeom prst="roundRect">
              <a:avLst>
                <a:gd name="adj" fmla="val 19608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Discrete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Head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8" name="矩形: 圆角 1027">
              <a:extLst>
                <a:ext uri="{FF2B5EF4-FFF2-40B4-BE49-F238E27FC236}">
                  <a16:creationId xmlns:a16="http://schemas.microsoft.com/office/drawing/2014/main" id="{1592AA65-45C4-8979-F27F-F159C3DFA6E5}"/>
                </a:ext>
              </a:extLst>
            </p:cNvPr>
            <p:cNvSpPr/>
            <p:nvPr/>
          </p:nvSpPr>
          <p:spPr>
            <a:xfrm rot="16200000">
              <a:off x="10713087" y="3221097"/>
              <a:ext cx="848977" cy="337329"/>
            </a:xfrm>
            <a:prstGeom prst="roundRect">
              <a:avLst>
                <a:gd name="adj" fmla="val 19608"/>
              </a:avLst>
            </a:prstGeom>
            <a:solidFill>
              <a:srgbClr val="C8D8E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Softmax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31" name="直接箭头连接符 1030">
              <a:extLst>
                <a:ext uri="{FF2B5EF4-FFF2-40B4-BE49-F238E27FC236}">
                  <a16:creationId xmlns:a16="http://schemas.microsoft.com/office/drawing/2014/main" id="{571C8FE9-DBE6-E135-73AB-42209B37D80C}"/>
                </a:ext>
              </a:extLst>
            </p:cNvPr>
            <p:cNvCxnSpPr>
              <a:cxnSpLocks/>
              <a:stCxn id="1026" idx="3"/>
              <a:endCxn id="1028" idx="0"/>
            </p:cNvCxnSpPr>
            <p:nvPr/>
          </p:nvCxnSpPr>
          <p:spPr>
            <a:xfrm>
              <a:off x="10644699" y="3388157"/>
              <a:ext cx="324212" cy="1604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8" name="矩形: 圆角 1067">
                  <a:extLst>
                    <a:ext uri="{FF2B5EF4-FFF2-40B4-BE49-F238E27FC236}">
                      <a16:creationId xmlns:a16="http://schemas.microsoft.com/office/drawing/2014/main" id="{7DFBB034-F57D-69DB-8089-0BB44C5E7622}"/>
                    </a:ext>
                  </a:extLst>
                </p:cNvPr>
                <p:cNvSpPr/>
                <p:nvPr/>
              </p:nvSpPr>
              <p:spPr>
                <a:xfrm>
                  <a:off x="11963400" y="3231608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8" name="矩形: 圆角 1067">
                  <a:extLst>
                    <a:ext uri="{FF2B5EF4-FFF2-40B4-BE49-F238E27FC236}">
                      <a16:creationId xmlns:a16="http://schemas.microsoft.com/office/drawing/2014/main" id="{7DFBB034-F57D-69DB-8089-0BB44C5E76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63400" y="3231608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1"/>
                  <a:stretch>
                    <a:fillRect l="-781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5" name="矩形: 圆角 1084">
                  <a:extLst>
                    <a:ext uri="{FF2B5EF4-FFF2-40B4-BE49-F238E27FC236}">
                      <a16:creationId xmlns:a16="http://schemas.microsoft.com/office/drawing/2014/main" id="{3941DA58-8377-C6AF-F39E-8E3FBE0116F8}"/>
                    </a:ext>
                  </a:extLst>
                </p:cNvPr>
                <p:cNvSpPr/>
                <p:nvPr/>
              </p:nvSpPr>
              <p:spPr>
                <a:xfrm>
                  <a:off x="11963400" y="2860789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𝑡𝑏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85" name="矩形: 圆角 1084">
                  <a:extLst>
                    <a:ext uri="{FF2B5EF4-FFF2-40B4-BE49-F238E27FC236}">
                      <a16:creationId xmlns:a16="http://schemas.microsoft.com/office/drawing/2014/main" id="{3941DA58-8377-C6AF-F39E-8E3FBE0116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63400" y="2860789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2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6" name="矩形: 圆角 1085">
                  <a:extLst>
                    <a:ext uri="{FF2B5EF4-FFF2-40B4-BE49-F238E27FC236}">
                      <a16:creationId xmlns:a16="http://schemas.microsoft.com/office/drawing/2014/main" id="{9E2CC40F-A767-918F-1C0F-6FAE81CED90A}"/>
                    </a:ext>
                  </a:extLst>
                </p:cNvPr>
                <p:cNvSpPr/>
                <p:nvPr/>
              </p:nvSpPr>
              <p:spPr>
                <a:xfrm>
                  <a:off x="11963400" y="3605974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4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𝑓𝑐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6" name="矩形: 圆角 1085">
                  <a:extLst>
                    <a:ext uri="{FF2B5EF4-FFF2-40B4-BE49-F238E27FC236}">
                      <a16:creationId xmlns:a16="http://schemas.microsoft.com/office/drawing/2014/main" id="{9E2CC40F-A767-918F-1C0F-6FAE81CED9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63400" y="3605974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3"/>
                  <a:stretch>
                    <a:fillRect l="-1563" b="-5882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9" name="直接箭头连接符 1088">
              <a:extLst>
                <a:ext uri="{FF2B5EF4-FFF2-40B4-BE49-F238E27FC236}">
                  <a16:creationId xmlns:a16="http://schemas.microsoft.com/office/drawing/2014/main" id="{0D7B5F2B-375A-E85F-4668-070DBF29F218}"/>
                </a:ext>
              </a:extLst>
            </p:cNvPr>
            <p:cNvCxnSpPr>
              <a:stCxn id="1028" idx="2"/>
              <a:endCxn id="1068" idx="1"/>
            </p:cNvCxnSpPr>
            <p:nvPr/>
          </p:nvCxnSpPr>
          <p:spPr>
            <a:xfrm flipV="1">
              <a:off x="11306240" y="3383461"/>
              <a:ext cx="657160" cy="6300"/>
            </a:xfrm>
            <a:prstGeom prst="straightConnector1">
              <a:avLst/>
            </a:prstGeom>
            <a:ln w="12700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5" name="左大括号 1094">
              <a:extLst>
                <a:ext uri="{FF2B5EF4-FFF2-40B4-BE49-F238E27FC236}">
                  <a16:creationId xmlns:a16="http://schemas.microsoft.com/office/drawing/2014/main" id="{CB618130-906F-9239-EE7B-AE9B4A5EED16}"/>
                </a:ext>
              </a:extLst>
            </p:cNvPr>
            <p:cNvSpPr/>
            <p:nvPr/>
          </p:nvSpPr>
          <p:spPr>
            <a:xfrm>
              <a:off x="11490324" y="3000375"/>
              <a:ext cx="473075" cy="765193"/>
            </a:xfrm>
            <a:prstGeom prst="leftBrace">
              <a:avLst>
                <a:gd name="adj1" fmla="val 0"/>
                <a:gd name="adj2" fmla="val 50519"/>
              </a:avLst>
            </a:prstGeom>
            <a:ln w="12700" cap="flat">
              <a:solidFill>
                <a:schemeClr val="tx1">
                  <a:lumMod val="75000"/>
                  <a:lumOff val="25000"/>
                </a:schemeClr>
              </a:solidFill>
              <a:round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8" name="矩形: 圆角 1097">
              <a:extLst>
                <a:ext uri="{FF2B5EF4-FFF2-40B4-BE49-F238E27FC236}">
                  <a16:creationId xmlns:a16="http://schemas.microsoft.com/office/drawing/2014/main" id="{693158F8-37B1-D7C1-E989-3DD0DAEE6086}"/>
                </a:ext>
              </a:extLst>
            </p:cNvPr>
            <p:cNvSpPr/>
            <p:nvPr/>
          </p:nvSpPr>
          <p:spPr>
            <a:xfrm rot="16200000">
              <a:off x="9605378" y="4451415"/>
              <a:ext cx="1068372" cy="506556"/>
            </a:xfrm>
            <a:prstGeom prst="roundRect">
              <a:avLst>
                <a:gd name="adj" fmla="val 19608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Continuous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Head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9" name="左大括号 1098">
              <a:extLst>
                <a:ext uri="{FF2B5EF4-FFF2-40B4-BE49-F238E27FC236}">
                  <a16:creationId xmlns:a16="http://schemas.microsoft.com/office/drawing/2014/main" id="{2A96B570-76B4-EA26-2EB7-069109955E91}"/>
                </a:ext>
              </a:extLst>
            </p:cNvPr>
            <p:cNvSpPr/>
            <p:nvPr/>
          </p:nvSpPr>
          <p:spPr>
            <a:xfrm>
              <a:off x="10409238" y="4314825"/>
              <a:ext cx="289718" cy="771525"/>
            </a:xfrm>
            <a:prstGeom prst="leftBrace">
              <a:avLst>
                <a:gd name="adj1" fmla="val 0"/>
                <a:gd name="adj2" fmla="val 50830"/>
              </a:avLst>
            </a:prstGeom>
            <a:ln w="12700" cap="flat">
              <a:solidFill>
                <a:schemeClr val="tx1">
                  <a:lumMod val="75000"/>
                  <a:lumOff val="25000"/>
                </a:schemeClr>
              </a:solidFill>
              <a:round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0" name="矩形: 圆角 1099">
                  <a:extLst>
                    <a:ext uri="{FF2B5EF4-FFF2-40B4-BE49-F238E27FC236}">
                      <a16:creationId xmlns:a16="http://schemas.microsoft.com/office/drawing/2014/main" id="{DE4775DC-5C0E-13BD-8160-7CA3628C0A6E}"/>
                    </a:ext>
                  </a:extLst>
                </p:cNvPr>
                <p:cNvSpPr/>
                <p:nvPr/>
              </p:nvSpPr>
              <p:spPr>
                <a:xfrm>
                  <a:off x="10699683" y="4170507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rgbClr val="B9CAE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zh-CN" altLang="en-US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00" name="矩形: 圆角 1099">
                  <a:extLst>
                    <a:ext uri="{FF2B5EF4-FFF2-40B4-BE49-F238E27FC236}">
                      <a16:creationId xmlns:a16="http://schemas.microsoft.com/office/drawing/2014/main" id="{DE4775DC-5C0E-13BD-8160-7CA3628C0A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9683" y="4170507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5" name="矩形: 圆角 1104">
                  <a:extLst>
                    <a:ext uri="{FF2B5EF4-FFF2-40B4-BE49-F238E27FC236}">
                      <a16:creationId xmlns:a16="http://schemas.microsoft.com/office/drawing/2014/main" id="{4EBED991-DE19-8188-62DD-83A160DB8C6F}"/>
                    </a:ext>
                  </a:extLst>
                </p:cNvPr>
                <p:cNvSpPr/>
                <p:nvPr/>
              </p:nvSpPr>
              <p:spPr>
                <a:xfrm>
                  <a:off x="10699683" y="4934888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rgbClr val="B9CAE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zh-CN" altLang="en-US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5" name="矩形: 圆角 1104">
                  <a:extLst>
                    <a:ext uri="{FF2B5EF4-FFF2-40B4-BE49-F238E27FC236}">
                      <a16:creationId xmlns:a16="http://schemas.microsoft.com/office/drawing/2014/main" id="{4EBED991-DE19-8188-62DD-83A160DB8C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9683" y="4934888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0" name="矩形: 圆角 1109">
              <a:extLst>
                <a:ext uri="{FF2B5EF4-FFF2-40B4-BE49-F238E27FC236}">
                  <a16:creationId xmlns:a16="http://schemas.microsoft.com/office/drawing/2014/main" id="{DC192FDE-CF93-DDB7-F23D-A861D85CBEFA}"/>
                </a:ext>
              </a:extLst>
            </p:cNvPr>
            <p:cNvSpPr/>
            <p:nvPr/>
          </p:nvSpPr>
          <p:spPr>
            <a:xfrm rot="16200000">
              <a:off x="11081750" y="4562131"/>
              <a:ext cx="936771" cy="255034"/>
            </a:xfrm>
            <a:prstGeom prst="roundRect">
              <a:avLst>
                <a:gd name="adj" fmla="val 25090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Sampling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20" name="连接符: 肘形 1119">
              <a:extLst>
                <a:ext uri="{FF2B5EF4-FFF2-40B4-BE49-F238E27FC236}">
                  <a16:creationId xmlns:a16="http://schemas.microsoft.com/office/drawing/2014/main" id="{E0437FA7-CC3F-C4CD-F10C-A4BB0FFF3364}"/>
                </a:ext>
              </a:extLst>
            </p:cNvPr>
            <p:cNvCxnSpPr>
              <a:cxnSpLocks/>
              <a:stCxn id="1100" idx="3"/>
              <a:endCxn id="1110" idx="0"/>
            </p:cNvCxnSpPr>
            <p:nvPr/>
          </p:nvCxnSpPr>
          <p:spPr>
            <a:xfrm>
              <a:off x="11080682" y="4322360"/>
              <a:ext cx="341937" cy="36728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连接符: 肘形 1125">
              <a:extLst>
                <a:ext uri="{FF2B5EF4-FFF2-40B4-BE49-F238E27FC236}">
                  <a16:creationId xmlns:a16="http://schemas.microsoft.com/office/drawing/2014/main" id="{1290CA4E-84A0-6402-F05D-1F3F56187CB2}"/>
                </a:ext>
              </a:extLst>
            </p:cNvPr>
            <p:cNvCxnSpPr>
              <a:cxnSpLocks/>
              <a:stCxn id="1105" idx="3"/>
              <a:endCxn id="1110" idx="0"/>
            </p:cNvCxnSpPr>
            <p:nvPr/>
          </p:nvCxnSpPr>
          <p:spPr>
            <a:xfrm flipV="1">
              <a:off x="11080682" y="4689648"/>
              <a:ext cx="341937" cy="39709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直接箭头连接符 1134">
              <a:extLst>
                <a:ext uri="{FF2B5EF4-FFF2-40B4-BE49-F238E27FC236}">
                  <a16:creationId xmlns:a16="http://schemas.microsoft.com/office/drawing/2014/main" id="{7826B179-90C7-3F0D-F2B2-2CB32902DC90}"/>
                </a:ext>
              </a:extLst>
            </p:cNvPr>
            <p:cNvCxnSpPr>
              <a:cxnSpLocks/>
              <a:stCxn id="1110" idx="2"/>
              <a:endCxn id="1143" idx="0"/>
            </p:cNvCxnSpPr>
            <p:nvPr/>
          </p:nvCxnSpPr>
          <p:spPr>
            <a:xfrm flipV="1">
              <a:off x="11677653" y="4688775"/>
              <a:ext cx="164068" cy="873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3" name="矩形: 圆角 1142">
              <a:extLst>
                <a:ext uri="{FF2B5EF4-FFF2-40B4-BE49-F238E27FC236}">
                  <a16:creationId xmlns:a16="http://schemas.microsoft.com/office/drawing/2014/main" id="{D1EA86BA-4CC3-AC83-1929-B2C68ED4B6A9}"/>
                </a:ext>
              </a:extLst>
            </p:cNvPr>
            <p:cNvSpPr/>
            <p:nvPr/>
          </p:nvSpPr>
          <p:spPr>
            <a:xfrm rot="16200000">
              <a:off x="11450969" y="4561258"/>
              <a:ext cx="1036537" cy="255034"/>
            </a:xfrm>
            <a:prstGeom prst="roundRect">
              <a:avLst>
                <a:gd name="adj" fmla="val 25090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Tanh squash</a:t>
              </a:r>
            </a:p>
          </p:txBody>
        </p:sp>
        <p:cxnSp>
          <p:nvCxnSpPr>
            <p:cNvPr id="1147" name="直接箭头连接符 1146">
              <a:extLst>
                <a:ext uri="{FF2B5EF4-FFF2-40B4-BE49-F238E27FC236}">
                  <a16:creationId xmlns:a16="http://schemas.microsoft.com/office/drawing/2014/main" id="{19B58282-21C9-92C0-01A4-B5FDAE237C6D}"/>
                </a:ext>
              </a:extLst>
            </p:cNvPr>
            <p:cNvCxnSpPr>
              <a:cxnSpLocks/>
              <a:endCxn id="1148" idx="0"/>
            </p:cNvCxnSpPr>
            <p:nvPr/>
          </p:nvCxnSpPr>
          <p:spPr>
            <a:xfrm flipV="1">
              <a:off x="12096754" y="4688774"/>
              <a:ext cx="164067" cy="874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8" name="矩形: 圆角 1147">
                  <a:extLst>
                    <a:ext uri="{FF2B5EF4-FFF2-40B4-BE49-F238E27FC236}">
                      <a16:creationId xmlns:a16="http://schemas.microsoft.com/office/drawing/2014/main" id="{5FB4D466-D51A-EF85-AE6E-E2EF61548148}"/>
                    </a:ext>
                  </a:extLst>
                </p:cNvPr>
                <p:cNvSpPr/>
                <p:nvPr/>
              </p:nvSpPr>
              <p:spPr>
                <a:xfrm rot="16200000">
                  <a:off x="11948173" y="4483154"/>
                  <a:ext cx="1036537" cy="411241"/>
                </a:xfrm>
                <a:prstGeom prst="roundRect">
                  <a:avLst>
                    <a:gd name="adj" fmla="val 25090"/>
                  </a:avLst>
                </a:prstGeom>
                <a:solidFill>
                  <a:srgbClr val="B9CAE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Scale to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zh-CN" altLang="zh-CN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altLang="zh-CN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en-US" altLang="zh-CN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altLang="zh-CN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8" name="矩形: 圆角 1147">
                  <a:extLst>
                    <a:ext uri="{FF2B5EF4-FFF2-40B4-BE49-F238E27FC236}">
                      <a16:creationId xmlns:a16="http://schemas.microsoft.com/office/drawing/2014/main" id="{5FB4D466-D51A-EF85-AE6E-E2EF615481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948173" y="4483154"/>
                  <a:ext cx="1036537" cy="411241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6"/>
                  <a:stretch>
                    <a:fillRect l="-4286" r="-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1" name="直接箭头连接符 1150">
              <a:extLst>
                <a:ext uri="{FF2B5EF4-FFF2-40B4-BE49-F238E27FC236}">
                  <a16:creationId xmlns:a16="http://schemas.microsoft.com/office/drawing/2014/main" id="{26995288-8C04-7D12-A0A8-23008D96B068}"/>
                </a:ext>
              </a:extLst>
            </p:cNvPr>
            <p:cNvCxnSpPr>
              <a:cxnSpLocks/>
              <a:stCxn id="1148" idx="1"/>
            </p:cNvCxnSpPr>
            <p:nvPr/>
          </p:nvCxnSpPr>
          <p:spPr>
            <a:xfrm>
              <a:off x="12466442" y="5207043"/>
              <a:ext cx="0" cy="184846"/>
            </a:xfrm>
            <a:prstGeom prst="straightConnector1">
              <a:avLst/>
            </a:prstGeom>
            <a:ln w="12700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3" name="矩形: 圆角 1152">
                  <a:extLst>
                    <a:ext uri="{FF2B5EF4-FFF2-40B4-BE49-F238E27FC236}">
                      <a16:creationId xmlns:a16="http://schemas.microsoft.com/office/drawing/2014/main" id="{A0D01025-77CB-CCF8-F0C7-EE706D056526}"/>
                    </a:ext>
                  </a:extLst>
                </p:cNvPr>
                <p:cNvSpPr/>
                <p:nvPr/>
              </p:nvSpPr>
              <p:spPr>
                <a:xfrm>
                  <a:off x="12237245" y="5391888"/>
                  <a:ext cx="466724" cy="403905"/>
                </a:xfrm>
                <a:prstGeom prst="roundRect">
                  <a:avLst>
                    <a:gd name="adj" fmla="val 25090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3" name="矩形: 圆角 1152">
                  <a:extLst>
                    <a:ext uri="{FF2B5EF4-FFF2-40B4-BE49-F238E27FC236}">
                      <a16:creationId xmlns:a16="http://schemas.microsoft.com/office/drawing/2014/main" id="{A0D01025-77CB-CCF8-F0C7-EE706D0565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7245" y="5391888"/>
                  <a:ext cx="466724" cy="403905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7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8" name="连接符: 肘形 1157">
              <a:extLst>
                <a:ext uri="{FF2B5EF4-FFF2-40B4-BE49-F238E27FC236}">
                  <a16:creationId xmlns:a16="http://schemas.microsoft.com/office/drawing/2014/main" id="{7F3B1E22-2EAD-7B1A-6A23-91FC6AA05A9E}"/>
                </a:ext>
              </a:extLst>
            </p:cNvPr>
            <p:cNvCxnSpPr>
              <a:cxnSpLocks/>
              <a:endCxn id="1167" idx="1"/>
            </p:cNvCxnSpPr>
            <p:nvPr/>
          </p:nvCxnSpPr>
          <p:spPr>
            <a:xfrm>
              <a:off x="8550253" y="3534719"/>
              <a:ext cx="1193695" cy="559095"/>
            </a:xfrm>
            <a:prstGeom prst="bentConnector3">
              <a:avLst>
                <a:gd name="adj1" fmla="val 39494"/>
              </a:avLst>
            </a:prstGeom>
            <a:ln w="31750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7" name="左中括号 1166">
              <a:extLst>
                <a:ext uri="{FF2B5EF4-FFF2-40B4-BE49-F238E27FC236}">
                  <a16:creationId xmlns:a16="http://schemas.microsoft.com/office/drawing/2014/main" id="{035B849D-316D-BDF0-F1AF-C303336313C3}"/>
                </a:ext>
              </a:extLst>
            </p:cNvPr>
            <p:cNvSpPr/>
            <p:nvPr/>
          </p:nvSpPr>
          <p:spPr>
            <a:xfrm>
              <a:off x="9743948" y="3392523"/>
              <a:ext cx="80395" cy="1402582"/>
            </a:xfrm>
            <a:prstGeom prst="leftBracket">
              <a:avLst/>
            </a:prstGeom>
            <a:ln w="22225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6FC0F5B-FDE7-E142-A84E-54E0EA1C5490}"/>
                </a:ext>
              </a:extLst>
            </p:cNvPr>
            <p:cNvSpPr txBox="1"/>
            <p:nvPr/>
          </p:nvSpPr>
          <p:spPr>
            <a:xfrm>
              <a:off x="10092231" y="1171573"/>
              <a:ext cx="185783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+mj-ea"/>
                  <a:ea typeface="+mj-ea"/>
                  <a:cs typeface="Times New Roman" panose="02020603050405020304" pitchFamily="18" charset="0"/>
                </a:rPr>
                <a:t>Critic Network</a:t>
              </a:r>
              <a:endParaRPr lang="zh-CN" altLang="en-US" sz="1400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D319A20-8779-FF6F-97F6-00B2231151CF}"/>
                </a:ext>
              </a:extLst>
            </p:cNvPr>
            <p:cNvSpPr txBox="1"/>
            <p:nvPr/>
          </p:nvSpPr>
          <p:spPr>
            <a:xfrm>
              <a:off x="10092231" y="2599926"/>
              <a:ext cx="185783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+mj-ea"/>
                  <a:ea typeface="+mj-ea"/>
                  <a:cs typeface="Times New Roman" panose="02020603050405020304" pitchFamily="18" charset="0"/>
                </a:rPr>
                <a:t>Actor Networks</a:t>
              </a:r>
              <a:endParaRPr lang="zh-CN" altLang="en-US" sz="1400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</p:grpSp>
      <p:pic>
        <p:nvPicPr>
          <p:cNvPr id="1072" name="图片 1071" descr="图示&#10;&#10;AI 生成的内容可能不正确。">
            <a:extLst>
              <a:ext uri="{FF2B5EF4-FFF2-40B4-BE49-F238E27FC236}">
                <a16:creationId xmlns:a16="http://schemas.microsoft.com/office/drawing/2014/main" id="{62290F8F-FDB7-72DB-28F3-931FBE67606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941" y="-2588577"/>
            <a:ext cx="6147642" cy="3434034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1C995F7F-4CEC-D55A-AE16-A4CABCAC4A4D}"/>
              </a:ext>
            </a:extLst>
          </p:cNvPr>
          <p:cNvGrpSpPr/>
          <p:nvPr/>
        </p:nvGrpSpPr>
        <p:grpSpPr>
          <a:xfrm>
            <a:off x="-270662" y="3595459"/>
            <a:ext cx="12303012" cy="4733926"/>
            <a:chOff x="527624" y="1171573"/>
            <a:chExt cx="12303012" cy="473392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8471A428-32AC-C26F-6D80-F93AA734F650}"/>
                </a:ext>
              </a:extLst>
            </p:cNvPr>
            <p:cNvSpPr/>
            <p:nvPr/>
          </p:nvSpPr>
          <p:spPr>
            <a:xfrm>
              <a:off x="9211665" y="2599926"/>
              <a:ext cx="3618971" cy="3305573"/>
            </a:xfrm>
            <a:prstGeom prst="roundRect">
              <a:avLst>
                <a:gd name="adj" fmla="val 11750"/>
              </a:avLst>
            </a:prstGeom>
            <a:solidFill>
              <a:srgbClr val="E6ED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0121A113-E4B6-72F7-CEB0-C5064D82C8C3}"/>
                </a:ext>
              </a:extLst>
            </p:cNvPr>
            <p:cNvSpPr/>
            <p:nvPr/>
          </p:nvSpPr>
          <p:spPr>
            <a:xfrm>
              <a:off x="9211665" y="1171573"/>
              <a:ext cx="3618971" cy="1264475"/>
            </a:xfrm>
            <a:prstGeom prst="roundRect">
              <a:avLst>
                <a:gd name="adj" fmla="val 11750"/>
              </a:avLst>
            </a:prstGeom>
            <a:solidFill>
              <a:srgbClr val="E6ED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07CEEDE5-0A2E-2110-9811-35B19367760C}"/>
                </a:ext>
              </a:extLst>
            </p:cNvPr>
            <p:cNvSpPr/>
            <p:nvPr/>
          </p:nvSpPr>
          <p:spPr>
            <a:xfrm>
              <a:off x="5201179" y="1171574"/>
              <a:ext cx="3618971" cy="4733925"/>
            </a:xfrm>
            <a:prstGeom prst="roundRect">
              <a:avLst>
                <a:gd name="adj" fmla="val 11750"/>
              </a:avLst>
            </a:prstGeom>
            <a:solidFill>
              <a:srgbClr val="E6EDF5"/>
            </a:solidFill>
            <a:ln>
              <a:solidFill>
                <a:srgbClr val="E5EC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D488A22C-C3AB-D807-A8EC-211A89E716DD}"/>
                </a:ext>
              </a:extLst>
            </p:cNvPr>
            <p:cNvSpPr/>
            <p:nvPr/>
          </p:nvSpPr>
          <p:spPr>
            <a:xfrm>
              <a:off x="656948" y="1171574"/>
              <a:ext cx="4152716" cy="4733925"/>
            </a:xfrm>
            <a:prstGeom prst="roundRect">
              <a:avLst>
                <a:gd name="adj" fmla="val 11750"/>
              </a:avLst>
            </a:prstGeom>
            <a:solidFill>
              <a:srgbClr val="F9F2D8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4E594965-5E76-C21E-D99A-DE55562F30F7}"/>
                </a:ext>
              </a:extLst>
            </p:cNvPr>
            <p:cNvSpPr/>
            <p:nvPr/>
          </p:nvSpPr>
          <p:spPr>
            <a:xfrm>
              <a:off x="801188" y="1902782"/>
              <a:ext cx="3059611" cy="374468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流程图: 接点 25">
              <a:extLst>
                <a:ext uri="{FF2B5EF4-FFF2-40B4-BE49-F238E27FC236}">
                  <a16:creationId xmlns:a16="http://schemas.microsoft.com/office/drawing/2014/main" id="{869AAFBF-E4E4-5563-28D8-1C3F91BFFB70}"/>
                </a:ext>
              </a:extLst>
            </p:cNvPr>
            <p:cNvSpPr/>
            <p:nvPr/>
          </p:nvSpPr>
          <p:spPr>
            <a:xfrm>
              <a:off x="1452461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D35C3D78-6AE8-4C13-6E2E-708EB79CE699}"/>
                </a:ext>
              </a:extLst>
            </p:cNvPr>
            <p:cNvSpPr/>
            <p:nvPr/>
          </p:nvSpPr>
          <p:spPr>
            <a:xfrm>
              <a:off x="1750451" y="1976601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流程图: 接点 47">
              <a:extLst>
                <a:ext uri="{FF2B5EF4-FFF2-40B4-BE49-F238E27FC236}">
                  <a16:creationId xmlns:a16="http://schemas.microsoft.com/office/drawing/2014/main" id="{D8EA965F-82DB-0D65-64BC-8D1C52D1CF70}"/>
                </a:ext>
              </a:extLst>
            </p:cNvPr>
            <p:cNvSpPr/>
            <p:nvPr/>
          </p:nvSpPr>
          <p:spPr>
            <a:xfrm>
              <a:off x="1159738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3C16505-D12B-BE65-D309-46F43987566C}"/>
                </a:ext>
              </a:extLst>
            </p:cNvPr>
            <p:cNvSpPr txBox="1"/>
            <p:nvPr/>
          </p:nvSpPr>
          <p:spPr>
            <a:xfrm>
              <a:off x="1981137" y="1881589"/>
              <a:ext cx="28803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51" name="流程图: 接点 50">
              <a:extLst>
                <a:ext uri="{FF2B5EF4-FFF2-40B4-BE49-F238E27FC236}">
                  <a16:creationId xmlns:a16="http://schemas.microsoft.com/office/drawing/2014/main" id="{3F4E9E4B-6EF5-2C3B-C831-386F57A69F07}"/>
                </a:ext>
              </a:extLst>
            </p:cNvPr>
            <p:cNvSpPr/>
            <p:nvPr/>
          </p:nvSpPr>
          <p:spPr>
            <a:xfrm>
              <a:off x="2630803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17A6733A-7DF6-E624-5372-9802B37FC456}"/>
                </a:ext>
              </a:extLst>
            </p:cNvPr>
            <p:cNvSpPr/>
            <p:nvPr/>
          </p:nvSpPr>
          <p:spPr>
            <a:xfrm>
              <a:off x="3565533" y="1976601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流程图: 接点 52">
              <a:extLst>
                <a:ext uri="{FF2B5EF4-FFF2-40B4-BE49-F238E27FC236}">
                  <a16:creationId xmlns:a16="http://schemas.microsoft.com/office/drawing/2014/main" id="{E689DCBE-0846-CD84-56EE-9B45C8F66984}"/>
                </a:ext>
              </a:extLst>
            </p:cNvPr>
            <p:cNvSpPr/>
            <p:nvPr/>
          </p:nvSpPr>
          <p:spPr>
            <a:xfrm>
              <a:off x="2328482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16C2D864-56A9-E90B-EEC7-DA18A95C9374}"/>
                </a:ext>
              </a:extLst>
            </p:cNvPr>
            <p:cNvSpPr/>
            <p:nvPr/>
          </p:nvSpPr>
          <p:spPr>
            <a:xfrm>
              <a:off x="867015" y="1976601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流程图: 接点 56">
              <a:extLst>
                <a:ext uri="{FF2B5EF4-FFF2-40B4-BE49-F238E27FC236}">
                  <a16:creationId xmlns:a16="http://schemas.microsoft.com/office/drawing/2014/main" id="{268FA3D1-FEFB-2FC0-64F3-C5B2B414A6FA}"/>
                </a:ext>
              </a:extLst>
            </p:cNvPr>
            <p:cNvSpPr/>
            <p:nvPr/>
          </p:nvSpPr>
          <p:spPr>
            <a:xfrm>
              <a:off x="2937248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接点 61">
              <a:extLst>
                <a:ext uri="{FF2B5EF4-FFF2-40B4-BE49-F238E27FC236}">
                  <a16:creationId xmlns:a16="http://schemas.microsoft.com/office/drawing/2014/main" id="{E2BBBB7A-0736-E962-6CE2-0426417C037F}"/>
                </a:ext>
              </a:extLst>
            </p:cNvPr>
            <p:cNvSpPr/>
            <p:nvPr/>
          </p:nvSpPr>
          <p:spPr>
            <a:xfrm>
              <a:off x="3251345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7C4DDF3F-55CA-4F8B-B032-45E3CE46557A}"/>
                </a:ext>
              </a:extLst>
            </p:cNvPr>
            <p:cNvSpPr/>
            <p:nvPr/>
          </p:nvSpPr>
          <p:spPr>
            <a:xfrm>
              <a:off x="801188" y="4816298"/>
              <a:ext cx="3059611" cy="374468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流程图: 接点 64">
              <a:extLst>
                <a:ext uri="{FF2B5EF4-FFF2-40B4-BE49-F238E27FC236}">
                  <a16:creationId xmlns:a16="http://schemas.microsoft.com/office/drawing/2014/main" id="{70B8AC6B-09BC-532D-73B3-614C9FCE2810}"/>
                </a:ext>
              </a:extLst>
            </p:cNvPr>
            <p:cNvSpPr/>
            <p:nvPr/>
          </p:nvSpPr>
          <p:spPr>
            <a:xfrm>
              <a:off x="1452461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0C2DCF8F-0DC5-6A13-8C55-99E7883557DE}"/>
                </a:ext>
              </a:extLst>
            </p:cNvPr>
            <p:cNvSpPr/>
            <p:nvPr/>
          </p:nvSpPr>
          <p:spPr>
            <a:xfrm>
              <a:off x="1750451" y="4890117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流程图: 接点 66">
              <a:extLst>
                <a:ext uri="{FF2B5EF4-FFF2-40B4-BE49-F238E27FC236}">
                  <a16:creationId xmlns:a16="http://schemas.microsoft.com/office/drawing/2014/main" id="{BB7694AB-A003-F799-10B1-A971A699105F}"/>
                </a:ext>
              </a:extLst>
            </p:cNvPr>
            <p:cNvSpPr/>
            <p:nvPr/>
          </p:nvSpPr>
          <p:spPr>
            <a:xfrm>
              <a:off x="1159738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207F1735-CB59-FC19-9C4F-7E428A1B734C}"/>
                </a:ext>
              </a:extLst>
            </p:cNvPr>
            <p:cNvSpPr txBox="1"/>
            <p:nvPr/>
          </p:nvSpPr>
          <p:spPr>
            <a:xfrm>
              <a:off x="1981137" y="4795105"/>
              <a:ext cx="28803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69" name="流程图: 接点 68">
              <a:extLst>
                <a:ext uri="{FF2B5EF4-FFF2-40B4-BE49-F238E27FC236}">
                  <a16:creationId xmlns:a16="http://schemas.microsoft.com/office/drawing/2014/main" id="{65796E62-2FF8-28FC-9C01-7931384067B4}"/>
                </a:ext>
              </a:extLst>
            </p:cNvPr>
            <p:cNvSpPr/>
            <p:nvPr/>
          </p:nvSpPr>
          <p:spPr>
            <a:xfrm>
              <a:off x="2630803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94697F84-0C28-B742-541A-B86B1C2B1D7A}"/>
                </a:ext>
              </a:extLst>
            </p:cNvPr>
            <p:cNvSpPr/>
            <p:nvPr/>
          </p:nvSpPr>
          <p:spPr>
            <a:xfrm>
              <a:off x="3565533" y="4890117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流程图: 接点 70">
              <a:extLst>
                <a:ext uri="{FF2B5EF4-FFF2-40B4-BE49-F238E27FC236}">
                  <a16:creationId xmlns:a16="http://schemas.microsoft.com/office/drawing/2014/main" id="{0D73AA78-456A-6B51-CDA8-C6F724F7E3F8}"/>
                </a:ext>
              </a:extLst>
            </p:cNvPr>
            <p:cNvSpPr/>
            <p:nvPr/>
          </p:nvSpPr>
          <p:spPr>
            <a:xfrm>
              <a:off x="2328482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4B10F950-B6C7-FAC8-5CA2-5DC63447368A}"/>
                </a:ext>
              </a:extLst>
            </p:cNvPr>
            <p:cNvSpPr/>
            <p:nvPr/>
          </p:nvSpPr>
          <p:spPr>
            <a:xfrm>
              <a:off x="867015" y="4890117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流程图: 接点 72">
              <a:extLst>
                <a:ext uri="{FF2B5EF4-FFF2-40B4-BE49-F238E27FC236}">
                  <a16:creationId xmlns:a16="http://schemas.microsoft.com/office/drawing/2014/main" id="{30A086BC-68D2-9781-DBB6-D8D5842D9504}"/>
                </a:ext>
              </a:extLst>
            </p:cNvPr>
            <p:cNvSpPr/>
            <p:nvPr/>
          </p:nvSpPr>
          <p:spPr>
            <a:xfrm>
              <a:off x="2937248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流程图: 接点 73">
              <a:extLst>
                <a:ext uri="{FF2B5EF4-FFF2-40B4-BE49-F238E27FC236}">
                  <a16:creationId xmlns:a16="http://schemas.microsoft.com/office/drawing/2014/main" id="{5CA034EF-7C59-3188-A04B-96B7CBF3214F}"/>
                </a:ext>
              </a:extLst>
            </p:cNvPr>
            <p:cNvSpPr/>
            <p:nvPr/>
          </p:nvSpPr>
          <p:spPr>
            <a:xfrm>
              <a:off x="3251345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流程图: 接点 74">
              <a:extLst>
                <a:ext uri="{FF2B5EF4-FFF2-40B4-BE49-F238E27FC236}">
                  <a16:creationId xmlns:a16="http://schemas.microsoft.com/office/drawing/2014/main" id="{F23CA5A5-62EF-6782-1C3E-07D2F7B21016}"/>
                </a:ext>
              </a:extLst>
            </p:cNvPr>
            <p:cNvSpPr/>
            <p:nvPr/>
          </p:nvSpPr>
          <p:spPr>
            <a:xfrm>
              <a:off x="1277275" y="2489034"/>
              <a:ext cx="2090955" cy="2090955"/>
            </a:xfrm>
            <a:prstGeom prst="flowChartConnector">
              <a:avLst/>
            </a:prstGeom>
            <a:solidFill>
              <a:srgbClr val="DEE7E6"/>
            </a:solidFill>
            <a:ln w="28575">
              <a:solidFill>
                <a:schemeClr val="tx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矩形: 圆角 75">
                  <a:extLst>
                    <a:ext uri="{FF2B5EF4-FFF2-40B4-BE49-F238E27FC236}">
                      <a16:creationId xmlns:a16="http://schemas.microsoft.com/office/drawing/2014/main" id="{FC33344A-D696-AF7D-A3C2-380B2083A9C5}"/>
                    </a:ext>
                  </a:extLst>
                </p:cNvPr>
                <p:cNvSpPr/>
                <p:nvPr/>
              </p:nvSpPr>
              <p:spPr>
                <a:xfrm>
                  <a:off x="825782" y="3231608"/>
                  <a:ext cx="667911" cy="585658"/>
                </a:xfrm>
                <a:prstGeom prst="roundRect">
                  <a:avLst>
                    <a:gd name="adj" fmla="val 17134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Single Token:</a:t>
                  </a:r>
                  <a:b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矩形: 圆角 75">
                  <a:extLst>
                    <a:ext uri="{FF2B5EF4-FFF2-40B4-BE49-F238E27FC236}">
                      <a16:creationId xmlns:a16="http://schemas.microsoft.com/office/drawing/2014/main" id="{FC33344A-D696-AF7D-A3C2-380B2083A9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782" y="3231608"/>
                  <a:ext cx="667911" cy="585658"/>
                </a:xfrm>
                <a:prstGeom prst="roundRect">
                  <a:avLst>
                    <a:gd name="adj" fmla="val 17134"/>
                  </a:avLst>
                </a:prstGeom>
                <a:blipFill>
                  <a:blip r:embed="rId2"/>
                  <a:stretch>
                    <a:fillRect t="-6122" b="-2041"/>
                  </a:stretch>
                </a:blipFill>
                <a:ln w="95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: 圆角 76">
                  <a:extLst>
                    <a:ext uri="{FF2B5EF4-FFF2-40B4-BE49-F238E27FC236}">
                      <a16:creationId xmlns:a16="http://schemas.microsoft.com/office/drawing/2014/main" id="{DB640211-C992-33EB-1A98-63163F49A5EC}"/>
                    </a:ext>
                  </a:extLst>
                </p:cNvPr>
                <p:cNvSpPr/>
                <p:nvPr/>
              </p:nvSpPr>
              <p:spPr>
                <a:xfrm>
                  <a:off x="1756296" y="3251689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solidFill>
                  <a:srgbClr val="B2C5E4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𝑝𝑎𝑠𝑠</m:t>
                            </m:r>
                          </m:sub>
                        </m:sSub>
                        <m:r>
                          <a:rPr lang="zh-CN" alt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Passenger</a:t>
                  </a: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(P, R)</a:t>
                  </a:r>
                  <a:endParaRPr lang="zh-CN" alt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矩形: 圆角 76">
                  <a:extLst>
                    <a:ext uri="{FF2B5EF4-FFF2-40B4-BE49-F238E27FC236}">
                      <a16:creationId xmlns:a16="http://schemas.microsoft.com/office/drawing/2014/main" id="{DB640211-C992-33EB-1A98-63163F49A5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296" y="3251689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blipFill>
                  <a:blip r:embed="rId3"/>
                  <a:stretch>
                    <a:fillRect t="-3448" b="-21839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右大括号 78">
              <a:extLst>
                <a:ext uri="{FF2B5EF4-FFF2-40B4-BE49-F238E27FC236}">
                  <a16:creationId xmlns:a16="http://schemas.microsoft.com/office/drawing/2014/main" id="{DC70629A-7AC6-6CD2-378A-D4AFF8FD6AC8}"/>
                </a:ext>
              </a:extLst>
            </p:cNvPr>
            <p:cNvSpPr/>
            <p:nvPr/>
          </p:nvSpPr>
          <p:spPr>
            <a:xfrm>
              <a:off x="3989129" y="1676400"/>
              <a:ext cx="204712" cy="3715489"/>
            </a:xfrm>
            <a:prstGeom prst="rightBrace">
              <a:avLst>
                <a:gd name="adj1" fmla="val 62087"/>
                <a:gd name="adj2" fmla="val 4964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矩形: 圆角 80">
                  <a:extLst>
                    <a:ext uri="{FF2B5EF4-FFF2-40B4-BE49-F238E27FC236}">
                      <a16:creationId xmlns:a16="http://schemas.microsoft.com/office/drawing/2014/main" id="{F39B18F3-2E79-2F2A-4D47-2F5B7915D968}"/>
                    </a:ext>
                  </a:extLst>
                </p:cNvPr>
                <p:cNvSpPr/>
                <p:nvPr/>
              </p:nvSpPr>
              <p:spPr>
                <a:xfrm>
                  <a:off x="4127854" y="3248262"/>
                  <a:ext cx="779645" cy="519521"/>
                </a:xfrm>
                <a:prstGeom prst="roundRect">
                  <a:avLst>
                    <a:gd name="adj" fmla="val 0"/>
                  </a:avLst>
                </a:prstGeom>
                <a:no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Token</a:t>
                  </a:r>
                </a:p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Sequence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矩形: 圆角 80">
                  <a:extLst>
                    <a:ext uri="{FF2B5EF4-FFF2-40B4-BE49-F238E27FC236}">
                      <a16:creationId xmlns:a16="http://schemas.microsoft.com/office/drawing/2014/main" id="{F39B18F3-2E79-2F2A-4D47-2F5B7915D9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7854" y="3248262"/>
                  <a:ext cx="779645" cy="519521"/>
                </a:xfrm>
                <a:prstGeom prst="roundRect">
                  <a:avLst>
                    <a:gd name="adj" fmla="val 0"/>
                  </a:avLst>
                </a:prstGeom>
                <a:blipFill>
                  <a:blip r:embed="rId4"/>
                  <a:stretch>
                    <a:fillRect t="-12941" b="-8235"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箭头: 右 81">
              <a:extLst>
                <a:ext uri="{FF2B5EF4-FFF2-40B4-BE49-F238E27FC236}">
                  <a16:creationId xmlns:a16="http://schemas.microsoft.com/office/drawing/2014/main" id="{74FBE86C-4256-7EF9-5DE4-8E139F3A1D18}"/>
                </a:ext>
              </a:extLst>
            </p:cNvPr>
            <p:cNvSpPr/>
            <p:nvPr/>
          </p:nvSpPr>
          <p:spPr>
            <a:xfrm>
              <a:off x="4867276" y="3404994"/>
              <a:ext cx="311944" cy="206056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流程图: 接点 82">
              <a:extLst>
                <a:ext uri="{FF2B5EF4-FFF2-40B4-BE49-F238E27FC236}">
                  <a16:creationId xmlns:a16="http://schemas.microsoft.com/office/drawing/2014/main" id="{C4B825CA-4346-A148-44D5-E3886856574C}"/>
                </a:ext>
              </a:extLst>
            </p:cNvPr>
            <p:cNvSpPr/>
            <p:nvPr/>
          </p:nvSpPr>
          <p:spPr>
            <a:xfrm>
              <a:off x="5265506" y="3396686"/>
              <a:ext cx="255501" cy="255501"/>
            </a:xfrm>
            <a:prstGeom prst="flowChartConnector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: 圆角 83">
              <a:extLst>
                <a:ext uri="{FF2B5EF4-FFF2-40B4-BE49-F238E27FC236}">
                  <a16:creationId xmlns:a16="http://schemas.microsoft.com/office/drawing/2014/main" id="{0DEDBF11-F8CF-6DBA-3131-12C54C77FDF4}"/>
                </a:ext>
              </a:extLst>
            </p:cNvPr>
            <p:cNvSpPr/>
            <p:nvPr/>
          </p:nvSpPr>
          <p:spPr>
            <a:xfrm>
              <a:off x="5916328" y="2166151"/>
              <a:ext cx="1682074" cy="2257196"/>
            </a:xfrm>
            <a:prstGeom prst="roundRect">
              <a:avLst>
                <a:gd name="adj" fmla="val 9583"/>
              </a:avLst>
            </a:prstGeom>
            <a:solidFill>
              <a:srgbClr val="BBCD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961A2A13-4EF6-AECF-5AA0-F212D30AD2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8403" y="4053899"/>
              <a:ext cx="0" cy="33473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D249C989-1EF2-4F8F-6172-2A65A93F7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7021" y="4053075"/>
              <a:ext cx="0" cy="199146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D70CF972-8F22-A0F4-2F28-1E861447DB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9785" y="4053075"/>
              <a:ext cx="0" cy="20390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36A7C3EB-D8C1-85FC-72AB-61884976FF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1167" y="4049136"/>
              <a:ext cx="0" cy="243566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688F2A54-3A7F-3C9F-395B-F7CE1C579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5639" y="4048312"/>
              <a:ext cx="0" cy="24439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D2FF6A56-B385-06D6-36C5-986CAA094611}"/>
                </a:ext>
              </a:extLst>
            </p:cNvPr>
            <p:cNvCxnSpPr>
              <a:cxnSpLocks/>
            </p:cNvCxnSpPr>
            <p:nvPr/>
          </p:nvCxnSpPr>
          <p:spPr>
            <a:xfrm>
              <a:off x="6467021" y="4252221"/>
              <a:ext cx="582764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EA64EFA0-E91C-1028-5D81-D21C007F3A04}"/>
                </a:ext>
              </a:extLst>
            </p:cNvPr>
            <p:cNvCxnSpPr>
              <a:cxnSpLocks/>
            </p:cNvCxnSpPr>
            <p:nvPr/>
          </p:nvCxnSpPr>
          <p:spPr>
            <a:xfrm>
              <a:off x="6175639" y="4292702"/>
              <a:ext cx="1165528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494BE6D2-A703-AEED-421D-5E98CB36B7A9}"/>
                </a:ext>
              </a:extLst>
            </p:cNvPr>
            <p:cNvSpPr/>
            <p:nvPr/>
          </p:nvSpPr>
          <p:spPr>
            <a:xfrm>
              <a:off x="6058754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D241D526-445B-7742-592A-5D234BA5E32C}"/>
                </a:ext>
              </a:extLst>
            </p:cNvPr>
            <p:cNvSpPr/>
            <p:nvPr/>
          </p:nvSpPr>
          <p:spPr>
            <a:xfrm>
              <a:off x="6350136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E3E4F00B-3BB5-D9B3-1A8E-CF4F6BF9B67E}"/>
                </a:ext>
              </a:extLst>
            </p:cNvPr>
            <p:cNvSpPr/>
            <p:nvPr/>
          </p:nvSpPr>
          <p:spPr>
            <a:xfrm>
              <a:off x="6641517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C7ED2082-89E6-A9BA-03DC-02C8D4907068}"/>
                </a:ext>
              </a:extLst>
            </p:cNvPr>
            <p:cNvSpPr/>
            <p:nvPr/>
          </p:nvSpPr>
          <p:spPr>
            <a:xfrm>
              <a:off x="6927465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4AE4509A-F7BF-BAA3-7516-D1B9560BBE1B}"/>
                </a:ext>
              </a:extLst>
            </p:cNvPr>
            <p:cNvSpPr/>
            <p:nvPr/>
          </p:nvSpPr>
          <p:spPr>
            <a:xfrm>
              <a:off x="7218374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矩形: 圆角 100">
                  <a:extLst>
                    <a:ext uri="{FF2B5EF4-FFF2-40B4-BE49-F238E27FC236}">
                      <a16:creationId xmlns:a16="http://schemas.microsoft.com/office/drawing/2014/main" id="{B6EF727C-ACCB-BD74-7F41-E24AACA51AD5}"/>
                    </a:ext>
                  </a:extLst>
                </p:cNvPr>
                <p:cNvSpPr/>
                <p:nvPr/>
              </p:nvSpPr>
              <p:spPr>
                <a:xfrm>
                  <a:off x="6090937" y="4699146"/>
                  <a:ext cx="1339244" cy="424741"/>
                </a:xfrm>
                <a:prstGeom prst="roundRect">
                  <a:avLst>
                    <a:gd name="adj" fmla="val 21658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Positional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Emb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𝑝𝑜𝑠</m:t>
                          </m:r>
                        </m:sub>
                      </m:sSub>
                    </m:oMath>
                  </a14:m>
                  <a:endParaRPr lang="zh-CN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1" name="矩形: 圆角 100">
                  <a:extLst>
                    <a:ext uri="{FF2B5EF4-FFF2-40B4-BE49-F238E27FC236}">
                      <a16:creationId xmlns:a16="http://schemas.microsoft.com/office/drawing/2014/main" id="{B6EF727C-ACCB-BD74-7F41-E24AACA51A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0937" y="4699146"/>
                  <a:ext cx="1339244" cy="424741"/>
                </a:xfrm>
                <a:prstGeom prst="roundRect">
                  <a:avLst>
                    <a:gd name="adj" fmla="val 21658"/>
                  </a:avLst>
                </a:prstGeom>
                <a:blipFill>
                  <a:blip r:embed="rId5"/>
                  <a:stretch>
                    <a:fillRect t="-4167" b="-1389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5D0038B5-FC9B-6E86-D043-F4B55E9947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5639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55B5FB63-3AA7-E4EB-72E5-42C857C2ED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7021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18F00302-7EFC-0895-10B7-31C2D32953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9042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BE6CF71C-4DBE-74EA-F609-3A6E6E9AC3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9785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0E8CA90C-4A0E-B1CE-9BFD-2A632A3C16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1167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53D48557-DDB0-1733-4BEB-D2C9A6306659}"/>
                </a:ext>
              </a:extLst>
            </p:cNvPr>
            <p:cNvCxnSpPr>
              <a:cxnSpLocks/>
              <a:stCxn id="95" idx="0"/>
            </p:cNvCxnSpPr>
            <p:nvPr/>
          </p:nvCxnSpPr>
          <p:spPr>
            <a:xfrm flipV="1">
              <a:off x="6175639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FFBD034F-555F-D4BA-ECFE-7EBB4E223698}"/>
                </a:ext>
              </a:extLst>
            </p:cNvPr>
            <p:cNvCxnSpPr>
              <a:cxnSpLocks/>
              <a:stCxn id="95" idx="0"/>
            </p:cNvCxnSpPr>
            <p:nvPr/>
          </p:nvCxnSpPr>
          <p:spPr>
            <a:xfrm flipV="1">
              <a:off x="617563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41886249-4AF6-9895-9BF3-D50BC61508FD}"/>
                </a:ext>
              </a:extLst>
            </p:cNvPr>
            <p:cNvCxnSpPr/>
            <p:nvPr/>
          </p:nvCxnSpPr>
          <p:spPr>
            <a:xfrm flipV="1">
              <a:off x="6467021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8E87180-5B64-360B-97D9-EA7782C6209E}"/>
                </a:ext>
              </a:extLst>
            </p:cNvPr>
            <p:cNvCxnSpPr/>
            <p:nvPr/>
          </p:nvCxnSpPr>
          <p:spPr>
            <a:xfrm flipV="1">
              <a:off x="6752732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53959888-C9F0-1023-95F6-378E44C11F9D}"/>
                </a:ext>
              </a:extLst>
            </p:cNvPr>
            <p:cNvCxnSpPr/>
            <p:nvPr/>
          </p:nvCxnSpPr>
          <p:spPr>
            <a:xfrm flipV="1">
              <a:off x="7049783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9B9D3CD9-1999-1314-774C-7AAA9E8283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34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92B8E611-BE8A-0B68-0249-000AA0837F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272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C7791FAA-9197-8E04-3F34-007699D5A3F4}"/>
                </a:ext>
              </a:extLst>
            </p:cNvPr>
            <p:cNvCxnSpPr>
              <a:cxnSpLocks/>
              <a:stCxn id="97" idx="0"/>
            </p:cNvCxnSpPr>
            <p:nvPr/>
          </p:nvCxnSpPr>
          <p:spPr>
            <a:xfrm flipH="1" flipV="1">
              <a:off x="6175639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99CB4C9F-0004-A95E-B41F-606E80591A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3864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7BAD0D23-EB2F-31DA-F5D2-32A490A4EB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64356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B303603B-CDF6-6226-6A2E-F5F3421467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54116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C9CD2987-45F6-D36B-2317-1D9673334BE4}"/>
                </a:ext>
              </a:extLst>
            </p:cNvPr>
            <p:cNvCxnSpPr>
              <a:cxnSpLocks/>
              <a:stCxn id="98" idx="0"/>
            </p:cNvCxnSpPr>
            <p:nvPr/>
          </p:nvCxnSpPr>
          <p:spPr>
            <a:xfrm flipH="1" flipV="1">
              <a:off x="617563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B1EAF5-0D67-F634-BDC4-DC9546C9E9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3864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26BCD9A4-E840-A7C7-D644-DEED140A3D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6055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65C783AD-E79C-288C-CE96-05E486290734}"/>
                </a:ext>
              </a:extLst>
            </p:cNvPr>
            <p:cNvCxnSpPr>
              <a:cxnSpLocks/>
              <a:stCxn id="95" idx="0"/>
            </p:cNvCxnSpPr>
            <p:nvPr/>
          </p:nvCxnSpPr>
          <p:spPr>
            <a:xfrm flipV="1">
              <a:off x="6175639" y="3605974"/>
              <a:ext cx="868711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72ECF3B8-0F52-6698-A1A1-FDAE4F725CBE}"/>
                </a:ext>
              </a:extLst>
            </p:cNvPr>
            <p:cNvCxnSpPr/>
            <p:nvPr/>
          </p:nvCxnSpPr>
          <p:spPr>
            <a:xfrm flipV="1">
              <a:off x="6467385" y="3605974"/>
              <a:ext cx="868711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625594F5-DF70-D3E2-8623-9A102AE2D8CB}"/>
                </a:ext>
              </a:extLst>
            </p:cNvPr>
            <p:cNvCxnSpPr>
              <a:cxnSpLocks/>
              <a:endCxn id="100" idx="0"/>
            </p:cNvCxnSpPr>
            <p:nvPr/>
          </p:nvCxnSpPr>
          <p:spPr>
            <a:xfrm>
              <a:off x="6175639" y="3605974"/>
              <a:ext cx="1159620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29018854-04A4-4605-BD2E-33EEFB5CD380}"/>
                </a:ext>
              </a:extLst>
            </p:cNvPr>
            <p:cNvCxnSpPr/>
            <p:nvPr/>
          </p:nvCxnSpPr>
          <p:spPr>
            <a:xfrm>
              <a:off x="6467032" y="3605974"/>
              <a:ext cx="868711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47BD86A7-1F4A-6A0E-0D3C-7EE939D4E2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8403" y="2860789"/>
              <a:ext cx="0" cy="23890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428D8130-5BA9-D72D-0174-D6F4549A4B75}"/>
                </a:ext>
              </a:extLst>
            </p:cNvPr>
            <p:cNvSpPr/>
            <p:nvPr/>
          </p:nvSpPr>
          <p:spPr>
            <a:xfrm>
              <a:off x="6170436" y="2436048"/>
              <a:ext cx="1180246" cy="424741"/>
            </a:xfrm>
            <a:prstGeom prst="roundRect">
              <a:avLst>
                <a:gd name="adj" fmla="val 19608"/>
              </a:avLst>
            </a:prstGeom>
            <a:solidFill>
              <a:srgbClr val="DAE0EC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Feed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Froward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矩形: 圆角 136">
                  <a:extLst>
                    <a:ext uri="{FF2B5EF4-FFF2-40B4-BE49-F238E27FC236}">
                      <a16:creationId xmlns:a16="http://schemas.microsoft.com/office/drawing/2014/main" id="{985D337D-377A-C5DB-5BE9-610915C832A9}"/>
                    </a:ext>
                  </a:extLst>
                </p:cNvPr>
                <p:cNvSpPr/>
                <p:nvPr/>
              </p:nvSpPr>
              <p:spPr>
                <a:xfrm>
                  <a:off x="6090937" y="5371053"/>
                  <a:ext cx="1339244" cy="424741"/>
                </a:xfrm>
                <a:prstGeom prst="roundRect">
                  <a:avLst>
                    <a:gd name="adj" fmla="val 23709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Positional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Emb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𝑑𝑖𝑟</m:t>
                          </m:r>
                        </m:sub>
                      </m:sSub>
                    </m:oMath>
                  </a14:m>
                  <a:endParaRPr lang="zh-CN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7" name="矩形: 圆角 136">
                  <a:extLst>
                    <a:ext uri="{FF2B5EF4-FFF2-40B4-BE49-F238E27FC236}">
                      <a16:creationId xmlns:a16="http://schemas.microsoft.com/office/drawing/2014/main" id="{985D337D-377A-C5DB-5BE9-610915C832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0937" y="5371053"/>
                  <a:ext cx="1339244" cy="424741"/>
                </a:xfrm>
                <a:prstGeom prst="roundRect">
                  <a:avLst>
                    <a:gd name="adj" fmla="val 23709"/>
                  </a:avLst>
                </a:prstGeom>
                <a:blipFill>
                  <a:blip r:embed="rId6"/>
                  <a:stretch>
                    <a:fillRect t="-2778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93B80821-2CA5-C538-8368-52605407C168}"/>
                </a:ext>
              </a:extLst>
            </p:cNvPr>
            <p:cNvSpPr/>
            <p:nvPr/>
          </p:nvSpPr>
          <p:spPr>
            <a:xfrm>
              <a:off x="6058754" y="3100521"/>
              <a:ext cx="1393390" cy="424741"/>
            </a:xfrm>
            <a:prstGeom prst="roundRect">
              <a:avLst>
                <a:gd name="adj" fmla="val 21658"/>
              </a:avLst>
            </a:prstGeom>
            <a:solidFill>
              <a:srgbClr val="DAE0EC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Multi-Head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Self-Attention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右大括号 138">
              <a:extLst>
                <a:ext uri="{FF2B5EF4-FFF2-40B4-BE49-F238E27FC236}">
                  <a16:creationId xmlns:a16="http://schemas.microsoft.com/office/drawing/2014/main" id="{5C57B3B3-F734-7484-551A-A06FB2FD583E}"/>
                </a:ext>
              </a:extLst>
            </p:cNvPr>
            <p:cNvSpPr/>
            <p:nvPr/>
          </p:nvSpPr>
          <p:spPr>
            <a:xfrm rot="16200000">
              <a:off x="2248087" y="186871"/>
              <a:ext cx="155448" cy="3059611"/>
            </a:xfrm>
            <a:prstGeom prst="rightBrace">
              <a:avLst>
                <a:gd name="adj1" fmla="val 45097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279222BE-9DED-3869-903E-305209D61AB0}"/>
                </a:ext>
              </a:extLst>
            </p:cNvPr>
            <p:cNvSpPr/>
            <p:nvPr/>
          </p:nvSpPr>
          <p:spPr>
            <a:xfrm>
              <a:off x="1712860" y="1308279"/>
              <a:ext cx="1211080" cy="3384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Upstream(v= 1)</a:t>
              </a:r>
              <a:endParaRPr lang="en-US" altLang="zh-CN" sz="1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 algn="ctr"/>
              <a:r>
                <a:rPr lang="en-US" altLang="zh-CN" sz="10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 </a:t>
              </a:r>
              <a:r>
                <a:rPr lang="en-US" altLang="zh-CN" sz="10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Stations</a:t>
              </a:r>
              <a:endPara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8087261B-2577-ABF7-13ED-8502E03BC46E}"/>
                </a:ext>
              </a:extLst>
            </p:cNvPr>
            <p:cNvSpPr/>
            <p:nvPr/>
          </p:nvSpPr>
          <p:spPr>
            <a:xfrm>
              <a:off x="527624" y="5240563"/>
              <a:ext cx="2034628" cy="3384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Downstream(v= 0)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11AE2B99-8396-6A66-DA70-9D9724AADEF0}"/>
                </a:ext>
              </a:extLst>
            </p:cNvPr>
            <p:cNvSpPr txBox="1"/>
            <p:nvPr/>
          </p:nvSpPr>
          <p:spPr>
            <a:xfrm>
              <a:off x="6162526" y="2154155"/>
              <a:ext cx="11673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梯形 181">
              <a:extLst>
                <a:ext uri="{FF2B5EF4-FFF2-40B4-BE49-F238E27FC236}">
                  <a16:creationId xmlns:a16="http://schemas.microsoft.com/office/drawing/2014/main" id="{139434B2-59D5-08E9-94EB-3E845833AA9F}"/>
                </a:ext>
              </a:extLst>
            </p:cNvPr>
            <p:cNvSpPr/>
            <p:nvPr/>
          </p:nvSpPr>
          <p:spPr>
            <a:xfrm rot="5400000">
              <a:off x="7792672" y="3286090"/>
              <a:ext cx="914400" cy="476691"/>
            </a:xfrm>
            <a:prstGeom prst="trapezoid">
              <a:avLst>
                <a:gd name="adj" fmla="val 32500"/>
              </a:avLst>
            </a:prstGeom>
            <a:solidFill>
              <a:srgbClr val="BBCD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3" name="连接符: 肘形 182">
              <a:extLst>
                <a:ext uri="{FF2B5EF4-FFF2-40B4-BE49-F238E27FC236}">
                  <a16:creationId xmlns:a16="http://schemas.microsoft.com/office/drawing/2014/main" id="{35E00B49-6C85-5FFC-9516-3B4E302597D6}"/>
                </a:ext>
              </a:extLst>
            </p:cNvPr>
            <p:cNvCxnSpPr>
              <a:cxnSpLocks/>
              <a:stCxn id="84" idx="0"/>
              <a:endCxn id="83" idx="0"/>
            </p:cNvCxnSpPr>
            <p:nvPr/>
          </p:nvCxnSpPr>
          <p:spPr>
            <a:xfrm rot="16200000" flipH="1" flipV="1">
              <a:off x="5460043" y="2099364"/>
              <a:ext cx="1230535" cy="1364108"/>
            </a:xfrm>
            <a:prstGeom prst="bentConnector3">
              <a:avLst>
                <a:gd name="adj1" fmla="val -23995"/>
              </a:avLst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矩形: 圆角 184">
                  <a:extLst>
                    <a:ext uri="{FF2B5EF4-FFF2-40B4-BE49-F238E27FC236}">
                      <a16:creationId xmlns:a16="http://schemas.microsoft.com/office/drawing/2014/main" id="{5B6C0EB3-755E-A2EF-A301-006E99D40984}"/>
                    </a:ext>
                  </a:extLst>
                </p:cNvPr>
                <p:cNvSpPr/>
                <p:nvPr/>
              </p:nvSpPr>
              <p:spPr>
                <a:xfrm>
                  <a:off x="1756296" y="3765568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solidFill>
                  <a:srgbClr val="FEE697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𝑒𝑛𝑣</m:t>
                            </m:r>
                          </m:sub>
                        </m:sSub>
                        <m:r>
                          <a:rPr lang="zh-CN" alt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1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Environment  </a:t>
                  </a: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(time, flag)</a:t>
                  </a:r>
                  <a:endParaRPr lang="zh-CN" alt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5" name="矩形: 圆角 184">
                  <a:extLst>
                    <a:ext uri="{FF2B5EF4-FFF2-40B4-BE49-F238E27FC236}">
                      <a16:creationId xmlns:a16="http://schemas.microsoft.com/office/drawing/2014/main" id="{5B6C0EB3-755E-A2EF-A301-006E99D409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296" y="3765568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blipFill>
                  <a:blip r:embed="rId7"/>
                  <a:stretch>
                    <a:fillRect t="-2326" b="-19767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矩形: 圆角 185">
                  <a:extLst>
                    <a:ext uri="{FF2B5EF4-FFF2-40B4-BE49-F238E27FC236}">
                      <a16:creationId xmlns:a16="http://schemas.microsoft.com/office/drawing/2014/main" id="{F786E7F4-7885-3FE0-B519-FBC818CBBC3F}"/>
                    </a:ext>
                  </a:extLst>
                </p:cNvPr>
                <p:cNvSpPr/>
                <p:nvPr/>
              </p:nvSpPr>
              <p:spPr>
                <a:xfrm>
                  <a:off x="1756296" y="2734383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solidFill>
                  <a:srgbClr val="B4C8E3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𝑙𝑜𝑐</m:t>
                            </m:r>
                          </m:sub>
                        </m:sSub>
                      </m:oMath>
                    </m:oMathPara>
                  </a14:m>
                  <a:endPara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Local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Peatures</a:t>
                  </a:r>
                  <a:endPara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1200" i="1" dirty="0" err="1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sn,in</a:t>
                  </a:r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)</a:t>
                  </a:r>
                  <a:endParaRPr lang="zh-CN" alt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6" name="矩形: 圆角 185">
                  <a:extLst>
                    <a:ext uri="{FF2B5EF4-FFF2-40B4-BE49-F238E27FC236}">
                      <a16:creationId xmlns:a16="http://schemas.microsoft.com/office/drawing/2014/main" id="{F786E7F4-7885-3FE0-B519-FBC818CBBC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296" y="2734383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blipFill>
                  <a:blip r:embed="rId8"/>
                  <a:stretch>
                    <a:fillRect t="-3488" b="-19767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1" name="左大括号 190">
              <a:extLst>
                <a:ext uri="{FF2B5EF4-FFF2-40B4-BE49-F238E27FC236}">
                  <a16:creationId xmlns:a16="http://schemas.microsoft.com/office/drawing/2014/main" id="{E4811084-BA67-6C86-FB17-422EFCB13BDC}"/>
                </a:ext>
              </a:extLst>
            </p:cNvPr>
            <p:cNvSpPr/>
            <p:nvPr/>
          </p:nvSpPr>
          <p:spPr>
            <a:xfrm>
              <a:off x="1547648" y="2763449"/>
              <a:ext cx="155448" cy="1529253"/>
            </a:xfrm>
            <a:prstGeom prst="leftBrace">
              <a:avLst>
                <a:gd name="adj1" fmla="val 83905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25" name="直接连接符 1024">
              <a:extLst>
                <a:ext uri="{FF2B5EF4-FFF2-40B4-BE49-F238E27FC236}">
                  <a16:creationId xmlns:a16="http://schemas.microsoft.com/office/drawing/2014/main" id="{7E8D36C9-D666-AFCF-5C5A-4C9136233775}"/>
                </a:ext>
              </a:extLst>
            </p:cNvPr>
            <p:cNvCxnSpPr>
              <a:stCxn id="83" idx="0"/>
              <a:endCxn id="83" idx="4"/>
            </p:cNvCxnSpPr>
            <p:nvPr/>
          </p:nvCxnSpPr>
          <p:spPr>
            <a:xfrm>
              <a:off x="5393257" y="3396686"/>
              <a:ext cx="0" cy="25550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9" name="直接连接符 1028">
              <a:extLst>
                <a:ext uri="{FF2B5EF4-FFF2-40B4-BE49-F238E27FC236}">
                  <a16:creationId xmlns:a16="http://schemas.microsoft.com/office/drawing/2014/main" id="{C6A0203B-69FF-A9CC-EC0D-14CFDA8EBAA5}"/>
                </a:ext>
              </a:extLst>
            </p:cNvPr>
            <p:cNvCxnSpPr>
              <a:stCxn id="83" idx="2"/>
              <a:endCxn id="83" idx="6"/>
            </p:cNvCxnSpPr>
            <p:nvPr/>
          </p:nvCxnSpPr>
          <p:spPr>
            <a:xfrm>
              <a:off x="5265506" y="3524437"/>
              <a:ext cx="25550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0" name="直接箭头连接符 1029">
              <a:extLst>
                <a:ext uri="{FF2B5EF4-FFF2-40B4-BE49-F238E27FC236}">
                  <a16:creationId xmlns:a16="http://schemas.microsoft.com/office/drawing/2014/main" id="{0A037DAB-4217-DA0B-FC78-93182192001C}"/>
                </a:ext>
              </a:extLst>
            </p:cNvPr>
            <p:cNvCxnSpPr>
              <a:cxnSpLocks/>
              <a:stCxn id="137" idx="0"/>
              <a:endCxn id="101" idx="2"/>
            </p:cNvCxnSpPr>
            <p:nvPr/>
          </p:nvCxnSpPr>
          <p:spPr>
            <a:xfrm flipV="1">
              <a:off x="6760559" y="5123887"/>
              <a:ext cx="0" cy="247166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直接箭头连接符 1031">
              <a:extLst>
                <a:ext uri="{FF2B5EF4-FFF2-40B4-BE49-F238E27FC236}">
                  <a16:creationId xmlns:a16="http://schemas.microsoft.com/office/drawing/2014/main" id="{6C10036B-38F0-81B9-C58C-5DEFE8D433A0}"/>
                </a:ext>
              </a:extLst>
            </p:cNvPr>
            <p:cNvCxnSpPr>
              <a:cxnSpLocks/>
              <a:stCxn id="101" idx="0"/>
              <a:endCxn id="84" idx="2"/>
            </p:cNvCxnSpPr>
            <p:nvPr/>
          </p:nvCxnSpPr>
          <p:spPr>
            <a:xfrm flipH="1" flipV="1">
              <a:off x="6757365" y="4423347"/>
              <a:ext cx="3194" cy="27579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连接符: 肘形 1032">
              <a:extLst>
                <a:ext uri="{FF2B5EF4-FFF2-40B4-BE49-F238E27FC236}">
                  <a16:creationId xmlns:a16="http://schemas.microsoft.com/office/drawing/2014/main" id="{58DC3657-2FD2-E175-9BD6-09199E55A860}"/>
                </a:ext>
              </a:extLst>
            </p:cNvPr>
            <p:cNvCxnSpPr>
              <a:cxnSpLocks/>
              <a:stCxn id="137" idx="1"/>
              <a:endCxn id="83" idx="4"/>
            </p:cNvCxnSpPr>
            <p:nvPr/>
          </p:nvCxnSpPr>
          <p:spPr>
            <a:xfrm rot="10800000">
              <a:off x="5393257" y="3652188"/>
              <a:ext cx="697680" cy="1931237"/>
            </a:xfrm>
            <a:prstGeom prst="bentConnector2">
              <a:avLst/>
            </a:prstGeom>
            <a:ln w="28575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直接箭头连接符 1034">
              <a:extLst>
                <a:ext uri="{FF2B5EF4-FFF2-40B4-BE49-F238E27FC236}">
                  <a16:creationId xmlns:a16="http://schemas.microsoft.com/office/drawing/2014/main" id="{B8F4CA38-DD04-B5F2-7F0D-614A25BDD721}"/>
                </a:ext>
              </a:extLst>
            </p:cNvPr>
            <p:cNvCxnSpPr>
              <a:cxnSpLocks/>
              <a:stCxn id="83" idx="6"/>
            </p:cNvCxnSpPr>
            <p:nvPr/>
          </p:nvCxnSpPr>
          <p:spPr>
            <a:xfrm>
              <a:off x="5521007" y="3524437"/>
              <a:ext cx="395321" cy="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连接符: 肘形 1035">
              <a:extLst>
                <a:ext uri="{FF2B5EF4-FFF2-40B4-BE49-F238E27FC236}">
                  <a16:creationId xmlns:a16="http://schemas.microsoft.com/office/drawing/2014/main" id="{9AC45E75-1929-D720-BFC8-C7DDF7A314A9}"/>
                </a:ext>
              </a:extLst>
            </p:cNvPr>
            <p:cNvCxnSpPr>
              <a:cxnSpLocks/>
              <a:stCxn id="132" idx="0"/>
            </p:cNvCxnSpPr>
            <p:nvPr/>
          </p:nvCxnSpPr>
          <p:spPr>
            <a:xfrm rot="16200000" flipH="1" flipV="1">
              <a:off x="6495708" y="2693068"/>
              <a:ext cx="521871" cy="7830"/>
            </a:xfrm>
            <a:prstGeom prst="bentConnector4">
              <a:avLst>
                <a:gd name="adj1" fmla="val -14145"/>
                <a:gd name="adj2" fmla="val -8266552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连接符: 肘形 1036">
              <a:extLst>
                <a:ext uri="{FF2B5EF4-FFF2-40B4-BE49-F238E27FC236}">
                  <a16:creationId xmlns:a16="http://schemas.microsoft.com/office/drawing/2014/main" id="{AB2AE2C1-2E8B-7ADD-0026-59CF66140A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6547" y="3019809"/>
              <a:ext cx="4011" cy="1308287"/>
            </a:xfrm>
            <a:prstGeom prst="bentConnector3">
              <a:avLst>
                <a:gd name="adj1" fmla="val -19235228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直接箭头连接符 1037">
              <a:extLst>
                <a:ext uri="{FF2B5EF4-FFF2-40B4-BE49-F238E27FC236}">
                  <a16:creationId xmlns:a16="http://schemas.microsoft.com/office/drawing/2014/main" id="{6150CB5E-3B62-931B-6F41-F5F6C98D39B6}"/>
                </a:ext>
              </a:extLst>
            </p:cNvPr>
            <p:cNvCxnSpPr>
              <a:cxnSpLocks/>
            </p:cNvCxnSpPr>
            <p:nvPr/>
          </p:nvCxnSpPr>
          <p:spPr>
            <a:xfrm>
              <a:off x="7598402" y="3524437"/>
              <a:ext cx="395321" cy="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9" name="文本框 1038">
              <a:extLst>
                <a:ext uri="{FF2B5EF4-FFF2-40B4-BE49-F238E27FC236}">
                  <a16:creationId xmlns:a16="http://schemas.microsoft.com/office/drawing/2014/main" id="{3A7EFD0D-F052-E410-6FE3-45C9842C92E6}"/>
                </a:ext>
              </a:extLst>
            </p:cNvPr>
            <p:cNvSpPr txBox="1"/>
            <p:nvPr/>
          </p:nvSpPr>
          <p:spPr>
            <a:xfrm rot="10800000">
              <a:off x="7974673" y="3248328"/>
              <a:ext cx="553998" cy="57163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Mean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Pooling</a:t>
              </a:r>
              <a:endParaRPr lang="zh-CN" altLang="en-US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0" name="文本框 1039">
                  <a:extLst>
                    <a:ext uri="{FF2B5EF4-FFF2-40B4-BE49-F238E27FC236}">
                      <a16:creationId xmlns:a16="http://schemas.microsoft.com/office/drawing/2014/main" id="{436FA699-AB97-55CD-2A33-E4421962FA63}"/>
                    </a:ext>
                  </a:extLst>
                </p:cNvPr>
                <p:cNvSpPr txBox="1"/>
                <p:nvPr/>
              </p:nvSpPr>
              <p:spPr>
                <a:xfrm>
                  <a:off x="7420376" y="3971125"/>
                  <a:ext cx="1664827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obal</a:t>
                  </a:r>
                  <a:endPara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State</a:t>
                  </a:r>
                </a:p>
                <a:p>
                  <a:pPr algn="ctr"/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Representation</a:t>
                  </a:r>
                  <a:endPara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40" name="文本框 1039">
                  <a:extLst>
                    <a:ext uri="{FF2B5EF4-FFF2-40B4-BE49-F238E27FC236}">
                      <a16:creationId xmlns:a16="http://schemas.microsoft.com/office/drawing/2014/main" id="{436FA699-AB97-55CD-2A33-E4421962F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0376" y="3971125"/>
                  <a:ext cx="1664827" cy="83099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1" name="矩形: 圆角 1040">
              <a:extLst>
                <a:ext uri="{FF2B5EF4-FFF2-40B4-BE49-F238E27FC236}">
                  <a16:creationId xmlns:a16="http://schemas.microsoft.com/office/drawing/2014/main" id="{4E0ECC5C-6A97-375A-77D5-82E1C71B697D}"/>
                </a:ext>
              </a:extLst>
            </p:cNvPr>
            <p:cNvSpPr/>
            <p:nvPr/>
          </p:nvSpPr>
          <p:spPr>
            <a:xfrm>
              <a:off x="10000191" y="1742383"/>
              <a:ext cx="1257256" cy="467942"/>
            </a:xfrm>
            <a:prstGeom prst="roundRect">
              <a:avLst>
                <a:gd name="adj" fmla="val 19608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Critic Net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(MLP)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42" name="连接符: 肘形 1041">
              <a:extLst>
                <a:ext uri="{FF2B5EF4-FFF2-40B4-BE49-F238E27FC236}">
                  <a16:creationId xmlns:a16="http://schemas.microsoft.com/office/drawing/2014/main" id="{6A851C45-7C23-D7E9-5A2E-5BB9348ADB29}"/>
                </a:ext>
              </a:extLst>
            </p:cNvPr>
            <p:cNvCxnSpPr>
              <a:cxnSpLocks/>
              <a:stCxn id="1039" idx="1"/>
              <a:endCxn id="1041" idx="1"/>
            </p:cNvCxnSpPr>
            <p:nvPr/>
          </p:nvCxnSpPr>
          <p:spPr>
            <a:xfrm flipV="1">
              <a:off x="8528671" y="1976354"/>
              <a:ext cx="1471520" cy="1557789"/>
            </a:xfrm>
            <a:prstGeom prst="bentConnector3">
              <a:avLst>
                <a:gd name="adj1" fmla="val 33602"/>
              </a:avLst>
            </a:prstGeom>
            <a:ln w="31750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3" name="流程图: 接点 1042">
                  <a:extLst>
                    <a:ext uri="{FF2B5EF4-FFF2-40B4-BE49-F238E27FC236}">
                      <a16:creationId xmlns:a16="http://schemas.microsoft.com/office/drawing/2014/main" id="{B34642F1-1BB9-1968-0ED1-42B72D6B09C1}"/>
                    </a:ext>
                  </a:extLst>
                </p:cNvPr>
                <p:cNvSpPr/>
                <p:nvPr/>
              </p:nvSpPr>
              <p:spPr>
                <a:xfrm>
                  <a:off x="11788265" y="1766026"/>
                  <a:ext cx="807470" cy="420656"/>
                </a:xfrm>
                <a:prstGeom prst="flowChartConnector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3" name="流程图: 接点 1042">
                  <a:extLst>
                    <a:ext uri="{FF2B5EF4-FFF2-40B4-BE49-F238E27FC236}">
                      <a16:creationId xmlns:a16="http://schemas.microsoft.com/office/drawing/2014/main" id="{B34642F1-1BB9-1968-0ED1-42B72D6B09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8265" y="1766026"/>
                  <a:ext cx="807470" cy="420656"/>
                </a:xfrm>
                <a:prstGeom prst="flowChartConnector">
                  <a:avLst/>
                </a:prstGeom>
                <a:blipFill>
                  <a:blip r:embed="rId10"/>
                  <a:stretch>
                    <a:fillRect b="-4225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4" name="直接箭头连接符 1043">
              <a:extLst>
                <a:ext uri="{FF2B5EF4-FFF2-40B4-BE49-F238E27FC236}">
                  <a16:creationId xmlns:a16="http://schemas.microsoft.com/office/drawing/2014/main" id="{5C1E668B-8FEF-42AD-A249-A753C38C3D6E}"/>
                </a:ext>
              </a:extLst>
            </p:cNvPr>
            <p:cNvCxnSpPr>
              <a:cxnSpLocks/>
              <a:stCxn id="1041" idx="3"/>
              <a:endCxn id="1043" idx="2"/>
            </p:cNvCxnSpPr>
            <p:nvPr/>
          </p:nvCxnSpPr>
          <p:spPr>
            <a:xfrm>
              <a:off x="11257447" y="1976354"/>
              <a:ext cx="530818" cy="0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5" name="矩形: 圆角 1044">
              <a:extLst>
                <a:ext uri="{FF2B5EF4-FFF2-40B4-BE49-F238E27FC236}">
                  <a16:creationId xmlns:a16="http://schemas.microsoft.com/office/drawing/2014/main" id="{2F9938E3-90DA-9A4F-6587-EA8AE43D663C}"/>
                </a:ext>
              </a:extLst>
            </p:cNvPr>
            <p:cNvSpPr/>
            <p:nvPr/>
          </p:nvSpPr>
          <p:spPr>
            <a:xfrm>
              <a:off x="9885378" y="3112288"/>
              <a:ext cx="759321" cy="551737"/>
            </a:xfrm>
            <a:prstGeom prst="roundRect">
              <a:avLst>
                <a:gd name="adj" fmla="val 19608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Discrete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Head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6" name="矩形: 圆角 1045">
              <a:extLst>
                <a:ext uri="{FF2B5EF4-FFF2-40B4-BE49-F238E27FC236}">
                  <a16:creationId xmlns:a16="http://schemas.microsoft.com/office/drawing/2014/main" id="{0F5B1E90-5608-828C-1C4B-F3C092C5BF25}"/>
                </a:ext>
              </a:extLst>
            </p:cNvPr>
            <p:cNvSpPr/>
            <p:nvPr/>
          </p:nvSpPr>
          <p:spPr>
            <a:xfrm rot="16200000">
              <a:off x="10713087" y="3221097"/>
              <a:ext cx="848977" cy="337329"/>
            </a:xfrm>
            <a:prstGeom prst="roundRect">
              <a:avLst>
                <a:gd name="adj" fmla="val 19608"/>
              </a:avLst>
            </a:prstGeom>
            <a:solidFill>
              <a:srgbClr val="C8D8E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Softmax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47" name="直接箭头连接符 1046">
              <a:extLst>
                <a:ext uri="{FF2B5EF4-FFF2-40B4-BE49-F238E27FC236}">
                  <a16:creationId xmlns:a16="http://schemas.microsoft.com/office/drawing/2014/main" id="{2841F3FE-04ED-B3E0-B375-CBC7903A6042}"/>
                </a:ext>
              </a:extLst>
            </p:cNvPr>
            <p:cNvCxnSpPr>
              <a:cxnSpLocks/>
              <a:stCxn id="1045" idx="3"/>
              <a:endCxn id="1046" idx="0"/>
            </p:cNvCxnSpPr>
            <p:nvPr/>
          </p:nvCxnSpPr>
          <p:spPr>
            <a:xfrm>
              <a:off x="10644699" y="3388157"/>
              <a:ext cx="324212" cy="1604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8" name="矩形: 圆角 1047">
                  <a:extLst>
                    <a:ext uri="{FF2B5EF4-FFF2-40B4-BE49-F238E27FC236}">
                      <a16:creationId xmlns:a16="http://schemas.microsoft.com/office/drawing/2014/main" id="{C4699410-3736-8BB8-2DF7-69AABE03B209}"/>
                    </a:ext>
                  </a:extLst>
                </p:cNvPr>
                <p:cNvSpPr/>
                <p:nvPr/>
              </p:nvSpPr>
              <p:spPr>
                <a:xfrm>
                  <a:off x="11963400" y="3231608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8" name="矩形: 圆角 1047">
                  <a:extLst>
                    <a:ext uri="{FF2B5EF4-FFF2-40B4-BE49-F238E27FC236}">
                      <a16:creationId xmlns:a16="http://schemas.microsoft.com/office/drawing/2014/main" id="{C4699410-3736-8BB8-2DF7-69AABE03B2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63400" y="3231608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1"/>
                  <a:stretch>
                    <a:fillRect l="-781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9" name="矩形: 圆角 1048">
                  <a:extLst>
                    <a:ext uri="{FF2B5EF4-FFF2-40B4-BE49-F238E27FC236}">
                      <a16:creationId xmlns:a16="http://schemas.microsoft.com/office/drawing/2014/main" id="{0F557AAD-D142-15CC-BD92-EF248316604F}"/>
                    </a:ext>
                  </a:extLst>
                </p:cNvPr>
                <p:cNvSpPr/>
                <p:nvPr/>
              </p:nvSpPr>
              <p:spPr>
                <a:xfrm>
                  <a:off x="11963400" y="2860789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𝑡𝑏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49" name="矩形: 圆角 1048">
                  <a:extLst>
                    <a:ext uri="{FF2B5EF4-FFF2-40B4-BE49-F238E27FC236}">
                      <a16:creationId xmlns:a16="http://schemas.microsoft.com/office/drawing/2014/main" id="{0F557AAD-D142-15CC-BD92-EF24831660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63400" y="2860789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2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0" name="矩形: 圆角 1049">
                  <a:extLst>
                    <a:ext uri="{FF2B5EF4-FFF2-40B4-BE49-F238E27FC236}">
                      <a16:creationId xmlns:a16="http://schemas.microsoft.com/office/drawing/2014/main" id="{36711DF0-8666-A51B-439A-700812F04854}"/>
                    </a:ext>
                  </a:extLst>
                </p:cNvPr>
                <p:cNvSpPr/>
                <p:nvPr/>
              </p:nvSpPr>
              <p:spPr>
                <a:xfrm>
                  <a:off x="11963400" y="3605974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4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𝑓𝑐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0" name="矩形: 圆角 1049">
                  <a:extLst>
                    <a:ext uri="{FF2B5EF4-FFF2-40B4-BE49-F238E27FC236}">
                      <a16:creationId xmlns:a16="http://schemas.microsoft.com/office/drawing/2014/main" id="{36711DF0-8666-A51B-439A-700812F048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63400" y="3605974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3"/>
                  <a:stretch>
                    <a:fillRect l="-1563" b="-5882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1" name="直接箭头连接符 1050">
              <a:extLst>
                <a:ext uri="{FF2B5EF4-FFF2-40B4-BE49-F238E27FC236}">
                  <a16:creationId xmlns:a16="http://schemas.microsoft.com/office/drawing/2014/main" id="{4BBB21C8-D53A-3A1B-AD27-9AB5959CFE5D}"/>
                </a:ext>
              </a:extLst>
            </p:cNvPr>
            <p:cNvCxnSpPr>
              <a:stCxn id="1046" idx="2"/>
              <a:endCxn id="1048" idx="1"/>
            </p:cNvCxnSpPr>
            <p:nvPr/>
          </p:nvCxnSpPr>
          <p:spPr>
            <a:xfrm flipV="1">
              <a:off x="11306240" y="3383461"/>
              <a:ext cx="657160" cy="6300"/>
            </a:xfrm>
            <a:prstGeom prst="straightConnector1">
              <a:avLst/>
            </a:prstGeom>
            <a:ln w="12700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2" name="左大括号 1051">
              <a:extLst>
                <a:ext uri="{FF2B5EF4-FFF2-40B4-BE49-F238E27FC236}">
                  <a16:creationId xmlns:a16="http://schemas.microsoft.com/office/drawing/2014/main" id="{9661A4E6-3EF1-8A22-A4FD-D2906BCD437A}"/>
                </a:ext>
              </a:extLst>
            </p:cNvPr>
            <p:cNvSpPr/>
            <p:nvPr/>
          </p:nvSpPr>
          <p:spPr>
            <a:xfrm>
              <a:off x="11490324" y="3000375"/>
              <a:ext cx="473075" cy="765193"/>
            </a:xfrm>
            <a:prstGeom prst="leftBrace">
              <a:avLst>
                <a:gd name="adj1" fmla="val 0"/>
                <a:gd name="adj2" fmla="val 50519"/>
              </a:avLst>
            </a:prstGeom>
            <a:ln w="12700" cap="flat">
              <a:solidFill>
                <a:schemeClr val="tx1">
                  <a:lumMod val="75000"/>
                  <a:lumOff val="25000"/>
                </a:schemeClr>
              </a:solidFill>
              <a:round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3" name="矩形: 圆角 1052">
              <a:extLst>
                <a:ext uri="{FF2B5EF4-FFF2-40B4-BE49-F238E27FC236}">
                  <a16:creationId xmlns:a16="http://schemas.microsoft.com/office/drawing/2014/main" id="{09E2EFB7-1842-4D1D-7590-077831B6A663}"/>
                </a:ext>
              </a:extLst>
            </p:cNvPr>
            <p:cNvSpPr/>
            <p:nvPr/>
          </p:nvSpPr>
          <p:spPr>
            <a:xfrm rot="16200000">
              <a:off x="9605378" y="4451415"/>
              <a:ext cx="1068372" cy="506556"/>
            </a:xfrm>
            <a:prstGeom prst="roundRect">
              <a:avLst>
                <a:gd name="adj" fmla="val 19608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Continuous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Head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4" name="左大括号 1053">
              <a:extLst>
                <a:ext uri="{FF2B5EF4-FFF2-40B4-BE49-F238E27FC236}">
                  <a16:creationId xmlns:a16="http://schemas.microsoft.com/office/drawing/2014/main" id="{90C7C541-6B56-216A-FD18-D42251323596}"/>
                </a:ext>
              </a:extLst>
            </p:cNvPr>
            <p:cNvSpPr/>
            <p:nvPr/>
          </p:nvSpPr>
          <p:spPr>
            <a:xfrm>
              <a:off x="10409238" y="4314825"/>
              <a:ext cx="289718" cy="771525"/>
            </a:xfrm>
            <a:prstGeom prst="leftBrace">
              <a:avLst>
                <a:gd name="adj1" fmla="val 0"/>
                <a:gd name="adj2" fmla="val 50830"/>
              </a:avLst>
            </a:prstGeom>
            <a:ln w="12700" cap="flat">
              <a:solidFill>
                <a:schemeClr val="tx1">
                  <a:lumMod val="75000"/>
                  <a:lumOff val="25000"/>
                </a:schemeClr>
              </a:solidFill>
              <a:round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5" name="矩形: 圆角 1054">
                  <a:extLst>
                    <a:ext uri="{FF2B5EF4-FFF2-40B4-BE49-F238E27FC236}">
                      <a16:creationId xmlns:a16="http://schemas.microsoft.com/office/drawing/2014/main" id="{8AE01888-CC31-6819-ACE1-AD7C73F004E6}"/>
                    </a:ext>
                  </a:extLst>
                </p:cNvPr>
                <p:cNvSpPr/>
                <p:nvPr/>
              </p:nvSpPr>
              <p:spPr>
                <a:xfrm>
                  <a:off x="10699683" y="4170507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rgbClr val="B9CAE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zh-CN" altLang="en-US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55" name="矩形: 圆角 1054">
                  <a:extLst>
                    <a:ext uri="{FF2B5EF4-FFF2-40B4-BE49-F238E27FC236}">
                      <a16:creationId xmlns:a16="http://schemas.microsoft.com/office/drawing/2014/main" id="{8AE01888-CC31-6819-ACE1-AD7C73F004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9683" y="4170507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6" name="矩形: 圆角 1055">
                  <a:extLst>
                    <a:ext uri="{FF2B5EF4-FFF2-40B4-BE49-F238E27FC236}">
                      <a16:creationId xmlns:a16="http://schemas.microsoft.com/office/drawing/2014/main" id="{53EA1266-FCCB-CC11-0C15-3EF5FA624B01}"/>
                    </a:ext>
                  </a:extLst>
                </p:cNvPr>
                <p:cNvSpPr/>
                <p:nvPr/>
              </p:nvSpPr>
              <p:spPr>
                <a:xfrm>
                  <a:off x="10699683" y="4934888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rgbClr val="B9CAE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zh-CN" altLang="en-US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6" name="矩形: 圆角 1055">
                  <a:extLst>
                    <a:ext uri="{FF2B5EF4-FFF2-40B4-BE49-F238E27FC236}">
                      <a16:creationId xmlns:a16="http://schemas.microsoft.com/office/drawing/2014/main" id="{53EA1266-FCCB-CC11-0C15-3EF5FA624B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9683" y="4934888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7" name="矩形: 圆角 1056">
              <a:extLst>
                <a:ext uri="{FF2B5EF4-FFF2-40B4-BE49-F238E27FC236}">
                  <a16:creationId xmlns:a16="http://schemas.microsoft.com/office/drawing/2014/main" id="{D3EF1CB2-8788-8529-069E-21C201F92246}"/>
                </a:ext>
              </a:extLst>
            </p:cNvPr>
            <p:cNvSpPr/>
            <p:nvPr/>
          </p:nvSpPr>
          <p:spPr>
            <a:xfrm rot="16200000">
              <a:off x="11081750" y="4562131"/>
              <a:ext cx="936771" cy="255034"/>
            </a:xfrm>
            <a:prstGeom prst="roundRect">
              <a:avLst>
                <a:gd name="adj" fmla="val 25090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Sampling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59" name="连接符: 肘形 1058">
              <a:extLst>
                <a:ext uri="{FF2B5EF4-FFF2-40B4-BE49-F238E27FC236}">
                  <a16:creationId xmlns:a16="http://schemas.microsoft.com/office/drawing/2014/main" id="{30078A11-5BE1-68B8-782B-26980E0C8FE9}"/>
                </a:ext>
              </a:extLst>
            </p:cNvPr>
            <p:cNvCxnSpPr>
              <a:cxnSpLocks/>
              <a:stCxn id="1055" idx="3"/>
              <a:endCxn id="1057" idx="0"/>
            </p:cNvCxnSpPr>
            <p:nvPr/>
          </p:nvCxnSpPr>
          <p:spPr>
            <a:xfrm>
              <a:off x="11080682" y="4322360"/>
              <a:ext cx="341937" cy="36728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连接符: 肘形 1059">
              <a:extLst>
                <a:ext uri="{FF2B5EF4-FFF2-40B4-BE49-F238E27FC236}">
                  <a16:creationId xmlns:a16="http://schemas.microsoft.com/office/drawing/2014/main" id="{2E2312E4-804C-DD02-E1F9-8A4C81D68DA7}"/>
                </a:ext>
              </a:extLst>
            </p:cNvPr>
            <p:cNvCxnSpPr>
              <a:cxnSpLocks/>
              <a:stCxn id="1056" idx="3"/>
              <a:endCxn id="1057" idx="0"/>
            </p:cNvCxnSpPr>
            <p:nvPr/>
          </p:nvCxnSpPr>
          <p:spPr>
            <a:xfrm flipV="1">
              <a:off x="11080682" y="4689648"/>
              <a:ext cx="341937" cy="39709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直接箭头连接符 1060">
              <a:extLst>
                <a:ext uri="{FF2B5EF4-FFF2-40B4-BE49-F238E27FC236}">
                  <a16:creationId xmlns:a16="http://schemas.microsoft.com/office/drawing/2014/main" id="{341A2DAB-1A8E-6203-43B3-235087EF4858}"/>
                </a:ext>
              </a:extLst>
            </p:cNvPr>
            <p:cNvCxnSpPr>
              <a:cxnSpLocks/>
              <a:stCxn id="1057" idx="2"/>
              <a:endCxn id="1062" idx="0"/>
            </p:cNvCxnSpPr>
            <p:nvPr/>
          </p:nvCxnSpPr>
          <p:spPr>
            <a:xfrm flipV="1">
              <a:off x="11677653" y="4688775"/>
              <a:ext cx="164068" cy="873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2" name="矩形: 圆角 1061">
              <a:extLst>
                <a:ext uri="{FF2B5EF4-FFF2-40B4-BE49-F238E27FC236}">
                  <a16:creationId xmlns:a16="http://schemas.microsoft.com/office/drawing/2014/main" id="{CD28CE23-AE4B-E785-06C2-9A045D3A305D}"/>
                </a:ext>
              </a:extLst>
            </p:cNvPr>
            <p:cNvSpPr/>
            <p:nvPr/>
          </p:nvSpPr>
          <p:spPr>
            <a:xfrm rot="16200000">
              <a:off x="11450969" y="4561258"/>
              <a:ext cx="1036537" cy="255034"/>
            </a:xfrm>
            <a:prstGeom prst="roundRect">
              <a:avLst>
                <a:gd name="adj" fmla="val 25090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Tanh squash</a:t>
              </a:r>
            </a:p>
          </p:txBody>
        </p:sp>
        <p:cxnSp>
          <p:nvCxnSpPr>
            <p:cNvPr id="1063" name="直接箭头连接符 1062">
              <a:extLst>
                <a:ext uri="{FF2B5EF4-FFF2-40B4-BE49-F238E27FC236}">
                  <a16:creationId xmlns:a16="http://schemas.microsoft.com/office/drawing/2014/main" id="{36C82FAA-0577-B94B-6097-A40969625A0B}"/>
                </a:ext>
              </a:extLst>
            </p:cNvPr>
            <p:cNvCxnSpPr>
              <a:cxnSpLocks/>
              <a:endCxn id="1064" idx="0"/>
            </p:cNvCxnSpPr>
            <p:nvPr/>
          </p:nvCxnSpPr>
          <p:spPr>
            <a:xfrm flipV="1">
              <a:off x="12096754" y="4688774"/>
              <a:ext cx="164067" cy="874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4" name="矩形: 圆角 1063">
                  <a:extLst>
                    <a:ext uri="{FF2B5EF4-FFF2-40B4-BE49-F238E27FC236}">
                      <a16:creationId xmlns:a16="http://schemas.microsoft.com/office/drawing/2014/main" id="{5F0BBF7B-7342-1810-C055-A7FFB345C1A6}"/>
                    </a:ext>
                  </a:extLst>
                </p:cNvPr>
                <p:cNvSpPr/>
                <p:nvPr/>
              </p:nvSpPr>
              <p:spPr>
                <a:xfrm rot="16200000">
                  <a:off x="11948173" y="4483154"/>
                  <a:ext cx="1036537" cy="411241"/>
                </a:xfrm>
                <a:prstGeom prst="roundRect">
                  <a:avLst>
                    <a:gd name="adj" fmla="val 25090"/>
                  </a:avLst>
                </a:prstGeom>
                <a:solidFill>
                  <a:srgbClr val="B9CAE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Scale to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zh-CN" altLang="zh-CN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altLang="zh-CN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en-US" altLang="zh-CN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altLang="zh-CN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64" name="矩形: 圆角 1063">
                  <a:extLst>
                    <a:ext uri="{FF2B5EF4-FFF2-40B4-BE49-F238E27FC236}">
                      <a16:creationId xmlns:a16="http://schemas.microsoft.com/office/drawing/2014/main" id="{5F0BBF7B-7342-1810-C055-A7FFB345C1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948173" y="4483154"/>
                  <a:ext cx="1036537" cy="411241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6"/>
                  <a:stretch>
                    <a:fillRect l="-4286" r="-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5" name="直接箭头连接符 1064">
              <a:extLst>
                <a:ext uri="{FF2B5EF4-FFF2-40B4-BE49-F238E27FC236}">
                  <a16:creationId xmlns:a16="http://schemas.microsoft.com/office/drawing/2014/main" id="{2C15B25C-0C94-3165-5F87-64BFD5DC6C7C}"/>
                </a:ext>
              </a:extLst>
            </p:cNvPr>
            <p:cNvCxnSpPr>
              <a:cxnSpLocks/>
              <a:stCxn id="1064" idx="1"/>
            </p:cNvCxnSpPr>
            <p:nvPr/>
          </p:nvCxnSpPr>
          <p:spPr>
            <a:xfrm>
              <a:off x="12466442" y="5207043"/>
              <a:ext cx="0" cy="184846"/>
            </a:xfrm>
            <a:prstGeom prst="straightConnector1">
              <a:avLst/>
            </a:prstGeom>
            <a:ln w="12700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6" name="矩形: 圆角 1065">
                  <a:extLst>
                    <a:ext uri="{FF2B5EF4-FFF2-40B4-BE49-F238E27FC236}">
                      <a16:creationId xmlns:a16="http://schemas.microsoft.com/office/drawing/2014/main" id="{665C1B90-775B-7ED6-D6AC-5D4506266CAE}"/>
                    </a:ext>
                  </a:extLst>
                </p:cNvPr>
                <p:cNvSpPr/>
                <p:nvPr/>
              </p:nvSpPr>
              <p:spPr>
                <a:xfrm>
                  <a:off x="12237245" y="5391888"/>
                  <a:ext cx="466724" cy="403905"/>
                </a:xfrm>
                <a:prstGeom prst="roundRect">
                  <a:avLst>
                    <a:gd name="adj" fmla="val 25090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6" name="矩形: 圆角 1065">
                  <a:extLst>
                    <a:ext uri="{FF2B5EF4-FFF2-40B4-BE49-F238E27FC236}">
                      <a16:creationId xmlns:a16="http://schemas.microsoft.com/office/drawing/2014/main" id="{665C1B90-775B-7ED6-D6AC-5D4506266C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7245" y="5391888"/>
                  <a:ext cx="466724" cy="403905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7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7" name="连接符: 肘形 1066">
              <a:extLst>
                <a:ext uri="{FF2B5EF4-FFF2-40B4-BE49-F238E27FC236}">
                  <a16:creationId xmlns:a16="http://schemas.microsoft.com/office/drawing/2014/main" id="{0C087121-1BA2-CE79-EC1F-0C698803C25E}"/>
                </a:ext>
              </a:extLst>
            </p:cNvPr>
            <p:cNvCxnSpPr>
              <a:cxnSpLocks/>
              <a:endCxn id="1069" idx="1"/>
            </p:cNvCxnSpPr>
            <p:nvPr/>
          </p:nvCxnSpPr>
          <p:spPr>
            <a:xfrm>
              <a:off x="8550253" y="3534719"/>
              <a:ext cx="1193695" cy="559095"/>
            </a:xfrm>
            <a:prstGeom prst="bentConnector3">
              <a:avLst>
                <a:gd name="adj1" fmla="val 39494"/>
              </a:avLst>
            </a:prstGeom>
            <a:ln w="31750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9" name="左中括号 1068">
              <a:extLst>
                <a:ext uri="{FF2B5EF4-FFF2-40B4-BE49-F238E27FC236}">
                  <a16:creationId xmlns:a16="http://schemas.microsoft.com/office/drawing/2014/main" id="{15D3D274-A782-A956-695D-8B26D1CAFC98}"/>
                </a:ext>
              </a:extLst>
            </p:cNvPr>
            <p:cNvSpPr/>
            <p:nvPr/>
          </p:nvSpPr>
          <p:spPr>
            <a:xfrm>
              <a:off x="9743948" y="3392523"/>
              <a:ext cx="80395" cy="1402582"/>
            </a:xfrm>
            <a:prstGeom prst="leftBracket">
              <a:avLst/>
            </a:prstGeom>
            <a:ln w="22225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0" name="文本框 1069">
              <a:extLst>
                <a:ext uri="{FF2B5EF4-FFF2-40B4-BE49-F238E27FC236}">
                  <a16:creationId xmlns:a16="http://schemas.microsoft.com/office/drawing/2014/main" id="{B859843B-7A5C-658E-AB87-0453D376B95F}"/>
                </a:ext>
              </a:extLst>
            </p:cNvPr>
            <p:cNvSpPr txBox="1"/>
            <p:nvPr/>
          </p:nvSpPr>
          <p:spPr>
            <a:xfrm>
              <a:off x="10092231" y="1171573"/>
              <a:ext cx="185783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+mj-ea"/>
                  <a:ea typeface="+mj-ea"/>
                  <a:cs typeface="Times New Roman" panose="02020603050405020304" pitchFamily="18" charset="0"/>
                </a:rPr>
                <a:t>Critic Network</a:t>
              </a:r>
              <a:endParaRPr lang="zh-CN" altLang="en-US" sz="1400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EC7B5307-3CB4-27B6-E5F2-DF5DEB89875C}"/>
                </a:ext>
              </a:extLst>
            </p:cNvPr>
            <p:cNvSpPr txBox="1"/>
            <p:nvPr/>
          </p:nvSpPr>
          <p:spPr>
            <a:xfrm>
              <a:off x="10092231" y="2599926"/>
              <a:ext cx="185783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+mj-ea"/>
                  <a:ea typeface="+mj-ea"/>
                  <a:cs typeface="Times New Roman" panose="02020603050405020304" pitchFamily="18" charset="0"/>
                </a:rPr>
                <a:t>Actor Networks</a:t>
              </a:r>
              <a:endParaRPr lang="zh-CN" altLang="en-US" sz="1400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9998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19C2307A-28A3-2050-0105-447050A16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0" y="0"/>
            <a:ext cx="5619750" cy="3067813"/>
          </a:xfrm>
          <a:prstGeom prst="rect">
            <a:avLst/>
          </a:prstGeom>
        </p:spPr>
      </p:pic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6FBBD720-FCE4-7C0D-1137-A99A230AB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1"/>
            <a:ext cx="5910470" cy="3226516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4BB69CB4-7EFC-FCE6-EDE3-1792EED7C73B}"/>
              </a:ext>
            </a:extLst>
          </p:cNvPr>
          <p:cNvSpPr txBox="1"/>
          <p:nvPr/>
        </p:nvSpPr>
        <p:spPr>
          <a:xfrm>
            <a:off x="1981137" y="1881589"/>
            <a:ext cx="288036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pic>
        <p:nvPicPr>
          <p:cNvPr id="87" name="图片 86" descr="图示&#10;&#10;AI 生成的内容可能不正确。">
            <a:extLst>
              <a:ext uri="{FF2B5EF4-FFF2-40B4-BE49-F238E27FC236}">
                <a16:creationId xmlns:a16="http://schemas.microsoft.com/office/drawing/2014/main" id="{E1F6DC22-084F-8791-84FE-CF4FC83994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321" y="-8194"/>
            <a:ext cx="5441349" cy="3002124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E997F69A-E317-F5BB-89F5-3C6D8F256E81}"/>
              </a:ext>
            </a:extLst>
          </p:cNvPr>
          <p:cNvGrpSpPr/>
          <p:nvPr/>
        </p:nvGrpSpPr>
        <p:grpSpPr>
          <a:xfrm>
            <a:off x="396652" y="3233076"/>
            <a:ext cx="11587242" cy="3461472"/>
            <a:chOff x="396652" y="3233076"/>
            <a:chExt cx="11587242" cy="3461472"/>
          </a:xfrm>
        </p:grpSpPr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B839F740-4595-D3E3-3323-E67D75DFC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395" y="4219326"/>
              <a:ext cx="0" cy="1123015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09ACA75D-5FF7-7BBC-CBC0-0F13DD7FF9E4}"/>
                </a:ext>
              </a:extLst>
            </p:cNvPr>
            <p:cNvCxnSpPr>
              <a:cxnSpLocks/>
            </p:cNvCxnSpPr>
            <p:nvPr/>
          </p:nvCxnSpPr>
          <p:spPr>
            <a:xfrm>
              <a:off x="2033451" y="4219326"/>
              <a:ext cx="0" cy="1123015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A3D018C-A7EB-1883-01B1-38BEA5FB73F1}"/>
                </a:ext>
              </a:extLst>
            </p:cNvPr>
            <p:cNvSpPr/>
            <p:nvPr/>
          </p:nvSpPr>
          <p:spPr>
            <a:xfrm>
              <a:off x="396652" y="3794585"/>
              <a:ext cx="2137541" cy="424741"/>
            </a:xfrm>
            <a:prstGeom prst="roundRect">
              <a:avLst>
                <a:gd name="adj" fmla="val 19608"/>
              </a:avLst>
            </a:prstGeom>
            <a:solidFill>
              <a:srgbClr val="BED7EE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RL Agent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(transformer Actor-</a:t>
              </a:r>
              <a:r>
                <a:rPr lang="en-US" altLang="zh-CN" sz="12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cirtic</a:t>
              </a:r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D12ACCA-E173-CAFE-2B0A-B6D8048A84EC}"/>
                    </a:ext>
                  </a:extLst>
                </p:cNvPr>
                <p:cNvSpPr/>
                <p:nvPr/>
              </p:nvSpPr>
              <p:spPr>
                <a:xfrm>
                  <a:off x="1532708" y="4640177"/>
                  <a:ext cx="1001485" cy="281313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altLang="zh-CN" sz="1400" b="0" i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1400" i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action</a:t>
                  </a:r>
                  <a:r>
                    <a:rPr lang="en-US" altLang="zh-CN" sz="1400" b="0" i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D12ACCA-E173-CAFE-2B0A-B6D8048A84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2708" y="4640177"/>
                  <a:ext cx="1001485" cy="281313"/>
                </a:xfrm>
                <a:prstGeom prst="rect">
                  <a:avLst/>
                </a:prstGeom>
                <a:blipFill>
                  <a:blip r:embed="rId5"/>
                  <a:stretch>
                    <a:fillRect t="-4167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473DB660-E403-06A1-5E2B-34CEB5D30A9B}"/>
                    </a:ext>
                  </a:extLst>
                </p:cNvPr>
                <p:cNvSpPr/>
                <p:nvPr/>
              </p:nvSpPr>
              <p:spPr>
                <a:xfrm>
                  <a:off x="396652" y="4640177"/>
                  <a:ext cx="1001485" cy="281313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473DB660-E403-06A1-5E2B-34CEB5D30A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652" y="4640177"/>
                  <a:ext cx="1001485" cy="2813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9DFD20A-7C09-3077-DA60-B8D09498F392}"/>
                </a:ext>
              </a:extLst>
            </p:cNvPr>
            <p:cNvSpPr/>
            <p:nvPr/>
          </p:nvSpPr>
          <p:spPr>
            <a:xfrm>
              <a:off x="396652" y="5342341"/>
              <a:ext cx="2137541" cy="424741"/>
            </a:xfrm>
            <a:prstGeom prst="roundRect">
              <a:avLst>
                <a:gd name="adj" fmla="val 19608"/>
              </a:avLst>
            </a:prstGeom>
            <a:solidFill>
              <a:srgbClr val="D7D7D7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Environment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Metro Simulation Env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B7537938-8A83-873B-22F6-C553E3C63FA3}"/>
                </a:ext>
              </a:extLst>
            </p:cNvPr>
            <p:cNvSpPr/>
            <p:nvPr/>
          </p:nvSpPr>
          <p:spPr>
            <a:xfrm>
              <a:off x="3512639" y="4539839"/>
              <a:ext cx="3059611" cy="580799"/>
            </a:xfrm>
            <a:prstGeom prst="roundRect">
              <a:avLst>
                <a:gd name="adj" fmla="val 16667"/>
              </a:avLst>
            </a:prstGeom>
            <a:solidFill>
              <a:srgbClr val="B6C7EA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D324FAA9-6207-091C-0FCA-5C26659B725D}"/>
                    </a:ext>
                  </a:extLst>
                </p:cNvPr>
                <p:cNvSpPr/>
                <p:nvPr/>
              </p:nvSpPr>
              <p:spPr>
                <a:xfrm>
                  <a:off x="3618437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D324FAA9-6207-091C-0FCA-5C26659B72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8437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7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E565BA7D-455A-BE20-48D5-38772DB72F53}"/>
                    </a:ext>
                  </a:extLst>
                </p:cNvPr>
                <p:cNvSpPr/>
                <p:nvPr/>
              </p:nvSpPr>
              <p:spPr>
                <a:xfrm>
                  <a:off x="3936299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E565BA7D-455A-BE20-48D5-38772DB72F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6299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8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: 圆角 12">
                  <a:extLst>
                    <a:ext uri="{FF2B5EF4-FFF2-40B4-BE49-F238E27FC236}">
                      <a16:creationId xmlns:a16="http://schemas.microsoft.com/office/drawing/2014/main" id="{42B55C44-3EB6-5031-CC3C-0E41BCC38E7A}"/>
                    </a:ext>
                  </a:extLst>
                </p:cNvPr>
                <p:cNvSpPr/>
                <p:nvPr/>
              </p:nvSpPr>
              <p:spPr>
                <a:xfrm>
                  <a:off x="4254161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" name="矩形: 圆角 12">
                  <a:extLst>
                    <a:ext uri="{FF2B5EF4-FFF2-40B4-BE49-F238E27FC236}">
                      <a16:creationId xmlns:a16="http://schemas.microsoft.com/office/drawing/2014/main" id="{42B55C44-3EB6-5031-CC3C-0E41BCC38E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161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9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BFC56533-B1B0-499D-40D6-2598F226BA20}"/>
                    </a:ext>
                  </a:extLst>
                </p:cNvPr>
                <p:cNvSpPr/>
                <p:nvPr/>
              </p:nvSpPr>
              <p:spPr>
                <a:xfrm>
                  <a:off x="4572022" y="4670560"/>
                  <a:ext cx="383179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zh-CN" alt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CN" alt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BFC56533-B1B0-499D-40D6-2598F226BA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22" y="4670560"/>
                  <a:ext cx="383179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0"/>
                  <a:stretch>
                    <a:fillRect l="-9231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: 圆角 23">
                  <a:extLst>
                    <a:ext uri="{FF2B5EF4-FFF2-40B4-BE49-F238E27FC236}">
                      <a16:creationId xmlns:a16="http://schemas.microsoft.com/office/drawing/2014/main" id="{9445B595-845D-FE6D-56F1-136A56DC0240}"/>
                    </a:ext>
                  </a:extLst>
                </p:cNvPr>
                <p:cNvSpPr/>
                <p:nvPr/>
              </p:nvSpPr>
              <p:spPr>
                <a:xfrm>
                  <a:off x="5150736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" name="矩形: 圆角 23">
                  <a:extLst>
                    <a:ext uri="{FF2B5EF4-FFF2-40B4-BE49-F238E27FC236}">
                      <a16:creationId xmlns:a16="http://schemas.microsoft.com/office/drawing/2014/main" id="{9445B595-845D-FE6D-56F1-136A56DC02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0736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7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: 圆角 24">
                  <a:extLst>
                    <a:ext uri="{FF2B5EF4-FFF2-40B4-BE49-F238E27FC236}">
                      <a16:creationId xmlns:a16="http://schemas.microsoft.com/office/drawing/2014/main" id="{2F756249-06D3-1174-36D4-382B81795F04}"/>
                    </a:ext>
                  </a:extLst>
                </p:cNvPr>
                <p:cNvSpPr/>
                <p:nvPr/>
              </p:nvSpPr>
              <p:spPr>
                <a:xfrm>
                  <a:off x="5468598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5" name="矩形: 圆角 24">
                  <a:extLst>
                    <a:ext uri="{FF2B5EF4-FFF2-40B4-BE49-F238E27FC236}">
                      <a16:creationId xmlns:a16="http://schemas.microsoft.com/office/drawing/2014/main" id="{2F756249-06D3-1174-36D4-382B81795F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8598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1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: 圆角 25">
                  <a:extLst>
                    <a:ext uri="{FF2B5EF4-FFF2-40B4-BE49-F238E27FC236}">
                      <a16:creationId xmlns:a16="http://schemas.microsoft.com/office/drawing/2014/main" id="{1AA941B5-5D69-7AA8-B2BF-3EF18B250495}"/>
                    </a:ext>
                  </a:extLst>
                </p:cNvPr>
                <p:cNvSpPr/>
                <p:nvPr/>
              </p:nvSpPr>
              <p:spPr>
                <a:xfrm>
                  <a:off x="5786460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6" name="矩形: 圆角 25">
                  <a:extLst>
                    <a:ext uri="{FF2B5EF4-FFF2-40B4-BE49-F238E27FC236}">
                      <a16:creationId xmlns:a16="http://schemas.microsoft.com/office/drawing/2014/main" id="{1AA941B5-5D69-7AA8-B2BF-3EF18B2504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6460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9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: 圆角 26">
                  <a:extLst>
                    <a:ext uri="{FF2B5EF4-FFF2-40B4-BE49-F238E27FC236}">
                      <a16:creationId xmlns:a16="http://schemas.microsoft.com/office/drawing/2014/main" id="{1A29B90A-0173-95B7-992E-BA7EF6B519F2}"/>
                    </a:ext>
                  </a:extLst>
                </p:cNvPr>
                <p:cNvSpPr/>
                <p:nvPr/>
              </p:nvSpPr>
              <p:spPr>
                <a:xfrm>
                  <a:off x="6104321" y="4670560"/>
                  <a:ext cx="383179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zh-CN" alt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CN" alt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矩形: 圆角 26">
                  <a:extLst>
                    <a:ext uri="{FF2B5EF4-FFF2-40B4-BE49-F238E27FC236}">
                      <a16:creationId xmlns:a16="http://schemas.microsoft.com/office/drawing/2014/main" id="{1A29B90A-0173-95B7-992E-BA7EF6B519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4321" y="4670560"/>
                  <a:ext cx="383179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0"/>
                  <a:stretch>
                    <a:fillRect l="-9231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DC29990-98E1-6B2C-D45F-2D5F3945FF3F}"/>
                </a:ext>
              </a:extLst>
            </p:cNvPr>
            <p:cNvSpPr txBox="1"/>
            <p:nvPr/>
          </p:nvSpPr>
          <p:spPr>
            <a:xfrm>
              <a:off x="4878307" y="4583310"/>
              <a:ext cx="28803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A3F28DF-BBA7-280C-B38E-4CF2E059888C}"/>
                </a:ext>
              </a:extLst>
            </p:cNvPr>
            <p:cNvSpPr txBox="1"/>
            <p:nvPr/>
          </p:nvSpPr>
          <p:spPr>
            <a:xfrm>
              <a:off x="4276294" y="4284575"/>
              <a:ext cx="153229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Replay Buffer</a:t>
              </a: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D592D43B-FBE7-1051-0A4D-C88F9FC5857C}"/>
                </a:ext>
              </a:extLst>
            </p:cNvPr>
            <p:cNvSpPr/>
            <p:nvPr/>
          </p:nvSpPr>
          <p:spPr>
            <a:xfrm>
              <a:off x="6988799" y="4472666"/>
              <a:ext cx="1123794" cy="715142"/>
            </a:xfrm>
            <a:prstGeom prst="roundRect">
              <a:avLst>
                <a:gd name="adj" fmla="val 19608"/>
              </a:avLst>
            </a:prstGeom>
            <a:solidFill>
              <a:srgbClr val="F8CDA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GAE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Calculation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D8D34ECA-A76C-1119-597C-F41D146BACB7}"/>
                    </a:ext>
                  </a:extLst>
                </p:cNvPr>
                <p:cNvSpPr/>
                <p:nvPr/>
              </p:nvSpPr>
              <p:spPr>
                <a:xfrm>
                  <a:off x="8668244" y="3417474"/>
                  <a:ext cx="1001485" cy="715142"/>
                </a:xfrm>
                <a:prstGeom prst="rect">
                  <a:avLst/>
                </a:prstGeom>
                <a:solidFill>
                  <a:srgbClr val="F8CDA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Clip Loss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zh-CN" sz="18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𝑐𝑙𝑖𝑝</m:t>
                            </m:r>
                          </m:sup>
                        </m:s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D8D34ECA-A76C-1119-597C-F41D146BAC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8244" y="3417474"/>
                  <a:ext cx="1001485" cy="71514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C0883F04-8855-FEC2-C654-665DF437C97A}"/>
                    </a:ext>
                  </a:extLst>
                </p:cNvPr>
                <p:cNvSpPr/>
                <p:nvPr/>
              </p:nvSpPr>
              <p:spPr>
                <a:xfrm>
                  <a:off x="8668245" y="4472666"/>
                  <a:ext cx="1001485" cy="715142"/>
                </a:xfrm>
                <a:prstGeom prst="rect">
                  <a:avLst/>
                </a:prstGeom>
                <a:solidFill>
                  <a:srgbClr val="F8CDA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Value Loss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𝑣𝑎𝑙</m:t>
                            </m:r>
                          </m:sup>
                        </m:s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C0883F04-8855-FEC2-C654-665DF437C9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8245" y="4472666"/>
                  <a:ext cx="1001485" cy="71514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2266CCE-6650-1CC6-344F-41BFC4800E59}"/>
                    </a:ext>
                  </a:extLst>
                </p:cNvPr>
                <p:cNvSpPr/>
                <p:nvPr/>
              </p:nvSpPr>
              <p:spPr>
                <a:xfrm>
                  <a:off x="8668244" y="5527858"/>
                  <a:ext cx="1001485" cy="715142"/>
                </a:xfrm>
                <a:prstGeom prst="rect">
                  <a:avLst/>
                </a:prstGeom>
                <a:solidFill>
                  <a:srgbClr val="F8CDA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Entropy Bonus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𝑒𝑛𝑡</m:t>
                            </m:r>
                          </m:sup>
                        </m:s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2266CCE-6650-1CC6-344F-41BFC4800E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8244" y="5527858"/>
                  <a:ext cx="1001485" cy="715142"/>
                </a:xfrm>
                <a:prstGeom prst="rect">
                  <a:avLst/>
                </a:prstGeom>
                <a:blipFill>
                  <a:blip r:embed="rId14"/>
                  <a:stretch>
                    <a:fillRect t="-16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流程图: 接点 43">
              <a:extLst>
                <a:ext uri="{FF2B5EF4-FFF2-40B4-BE49-F238E27FC236}">
                  <a16:creationId xmlns:a16="http://schemas.microsoft.com/office/drawing/2014/main" id="{5EC00E55-6397-75B7-C081-8BE7400355B4}"/>
                </a:ext>
              </a:extLst>
            </p:cNvPr>
            <p:cNvSpPr/>
            <p:nvPr/>
          </p:nvSpPr>
          <p:spPr>
            <a:xfrm>
              <a:off x="10088829" y="4713352"/>
              <a:ext cx="233770" cy="233770"/>
            </a:xfrm>
            <a:prstGeom prst="flowChartConnector">
              <a:avLst/>
            </a:prstGeom>
            <a:solidFill>
              <a:srgbClr val="F8CDA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86052AC6-A7D0-20F8-9C72-829CAEFE18DB}"/>
                    </a:ext>
                  </a:extLst>
                </p:cNvPr>
                <p:cNvSpPr txBox="1"/>
                <p:nvPr/>
              </p:nvSpPr>
              <p:spPr>
                <a:xfrm>
                  <a:off x="10064489" y="4722515"/>
                  <a:ext cx="28244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∑</m:t>
                        </m:r>
                      </m:oMath>
                    </m:oMathPara>
                  </a14:m>
                  <a:endParaRPr lang="zh-CN" altLang="en-US" sz="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86052AC6-A7D0-20F8-9C72-829CAEFE18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4489" y="4722515"/>
                  <a:ext cx="282449" cy="215444"/>
                </a:xfrm>
                <a:prstGeom prst="rect">
                  <a:avLst/>
                </a:prstGeom>
                <a:blipFill>
                  <a:blip r:embed="rId15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矩形: 圆角 47">
                  <a:extLst>
                    <a:ext uri="{FF2B5EF4-FFF2-40B4-BE49-F238E27FC236}">
                      <a16:creationId xmlns:a16="http://schemas.microsoft.com/office/drawing/2014/main" id="{B5FB4B99-9600-26F4-40F3-8153967A27D9}"/>
                    </a:ext>
                  </a:extLst>
                </p:cNvPr>
                <p:cNvSpPr/>
                <p:nvPr/>
              </p:nvSpPr>
              <p:spPr>
                <a:xfrm>
                  <a:off x="10645138" y="4472666"/>
                  <a:ext cx="1150209" cy="715142"/>
                </a:xfrm>
                <a:prstGeom prst="roundRect">
                  <a:avLst>
                    <a:gd name="adj" fmla="val 19608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Total Loss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l-GR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" name="矩形: 圆角 47">
                  <a:extLst>
                    <a:ext uri="{FF2B5EF4-FFF2-40B4-BE49-F238E27FC236}">
                      <a16:creationId xmlns:a16="http://schemas.microsoft.com/office/drawing/2014/main" id="{B5FB4B99-9600-26F4-40F3-8153967A27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45138" y="4472666"/>
                  <a:ext cx="1150209" cy="715142"/>
                </a:xfrm>
                <a:prstGeom prst="roundRect">
                  <a:avLst>
                    <a:gd name="adj" fmla="val 19608"/>
                  </a:avLst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连接符: 肘形 58">
              <a:extLst>
                <a:ext uri="{FF2B5EF4-FFF2-40B4-BE49-F238E27FC236}">
                  <a16:creationId xmlns:a16="http://schemas.microsoft.com/office/drawing/2014/main" id="{01493C22-F256-D867-7C37-3B4A3BFD419A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534193" y="4038600"/>
              <a:ext cx="978446" cy="791639"/>
            </a:xfrm>
            <a:prstGeom prst="bentConnector3">
              <a:avLst>
                <a:gd name="adj1" fmla="val 15928"/>
              </a:avLst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E84427CC-943E-EFFF-9F63-9CF1429FE69D}"/>
                </a:ext>
              </a:extLst>
            </p:cNvPr>
            <p:cNvSpPr txBox="1"/>
            <p:nvPr/>
          </p:nvSpPr>
          <p:spPr>
            <a:xfrm>
              <a:off x="2626247" y="4284574"/>
              <a:ext cx="13239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Trajectory Batch</a:t>
              </a:r>
            </a:p>
          </p:txBody>
        </p: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D3D9FC90-122F-B4E8-F5DE-C7ED99FB7157}"/>
                </a:ext>
              </a:extLst>
            </p:cNvPr>
            <p:cNvCxnSpPr>
              <a:stCxn id="9" idx="3"/>
              <a:endCxn id="32" idx="1"/>
            </p:cNvCxnSpPr>
            <p:nvPr/>
          </p:nvCxnSpPr>
          <p:spPr>
            <a:xfrm flipV="1">
              <a:off x="6572250" y="4830237"/>
              <a:ext cx="416549" cy="2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449699A8-7846-B6D4-D083-80F79203DABB}"/>
                </a:ext>
              </a:extLst>
            </p:cNvPr>
            <p:cNvCxnSpPr>
              <a:stCxn id="32" idx="3"/>
              <a:endCxn id="42" idx="1"/>
            </p:cNvCxnSpPr>
            <p:nvPr/>
          </p:nvCxnSpPr>
          <p:spPr>
            <a:xfrm>
              <a:off x="8112593" y="4830237"/>
              <a:ext cx="555652" cy="0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连接符: 肘形 68">
              <a:extLst>
                <a:ext uri="{FF2B5EF4-FFF2-40B4-BE49-F238E27FC236}">
                  <a16:creationId xmlns:a16="http://schemas.microsoft.com/office/drawing/2014/main" id="{76CF117D-D44B-4681-2BFE-CFB3233592E6}"/>
                </a:ext>
              </a:extLst>
            </p:cNvPr>
            <p:cNvCxnSpPr>
              <a:cxnSpLocks/>
              <a:stCxn id="32" idx="3"/>
              <a:endCxn id="43" idx="1"/>
            </p:cNvCxnSpPr>
            <p:nvPr/>
          </p:nvCxnSpPr>
          <p:spPr>
            <a:xfrm>
              <a:off x="8112593" y="4830237"/>
              <a:ext cx="555651" cy="1055192"/>
            </a:xfrm>
            <a:prstGeom prst="bentConnector3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连接符: 肘形 71">
              <a:extLst>
                <a:ext uri="{FF2B5EF4-FFF2-40B4-BE49-F238E27FC236}">
                  <a16:creationId xmlns:a16="http://schemas.microsoft.com/office/drawing/2014/main" id="{A91CB11A-7065-A1BC-ED75-BDE17802DCE9}"/>
                </a:ext>
              </a:extLst>
            </p:cNvPr>
            <p:cNvCxnSpPr>
              <a:cxnSpLocks/>
              <a:stCxn id="32" idx="3"/>
              <a:endCxn id="39" idx="1"/>
            </p:cNvCxnSpPr>
            <p:nvPr/>
          </p:nvCxnSpPr>
          <p:spPr>
            <a:xfrm flipV="1">
              <a:off x="8112593" y="3775045"/>
              <a:ext cx="555651" cy="1055192"/>
            </a:xfrm>
            <a:prstGeom prst="bentConnector3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40E4B791-D99D-2E87-DBDB-392F0CE188EC}"/>
                </a:ext>
              </a:extLst>
            </p:cNvPr>
            <p:cNvCxnSpPr>
              <a:cxnSpLocks/>
              <a:stCxn id="42" idx="3"/>
              <a:endCxn id="47" idx="1"/>
            </p:cNvCxnSpPr>
            <p:nvPr/>
          </p:nvCxnSpPr>
          <p:spPr>
            <a:xfrm>
              <a:off x="9669730" y="4830237"/>
              <a:ext cx="394759" cy="0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连接符: 肘形 76">
              <a:extLst>
                <a:ext uri="{FF2B5EF4-FFF2-40B4-BE49-F238E27FC236}">
                  <a16:creationId xmlns:a16="http://schemas.microsoft.com/office/drawing/2014/main" id="{1661FE45-E31D-3F1B-131B-F76106AA92AE}"/>
                </a:ext>
              </a:extLst>
            </p:cNvPr>
            <p:cNvCxnSpPr>
              <a:cxnSpLocks/>
              <a:stCxn id="39" idx="3"/>
              <a:endCxn id="44" idx="0"/>
            </p:cNvCxnSpPr>
            <p:nvPr/>
          </p:nvCxnSpPr>
          <p:spPr>
            <a:xfrm>
              <a:off x="9669729" y="3775045"/>
              <a:ext cx="535985" cy="938307"/>
            </a:xfrm>
            <a:prstGeom prst="bentConnector2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连接符: 肘形 78">
              <a:extLst>
                <a:ext uri="{FF2B5EF4-FFF2-40B4-BE49-F238E27FC236}">
                  <a16:creationId xmlns:a16="http://schemas.microsoft.com/office/drawing/2014/main" id="{09897270-9150-AD14-CB09-A57B2E983D0E}"/>
                </a:ext>
              </a:extLst>
            </p:cNvPr>
            <p:cNvCxnSpPr>
              <a:cxnSpLocks/>
              <a:stCxn id="43" idx="3"/>
              <a:endCxn id="47" idx="2"/>
            </p:cNvCxnSpPr>
            <p:nvPr/>
          </p:nvCxnSpPr>
          <p:spPr>
            <a:xfrm flipV="1">
              <a:off x="9669729" y="4937959"/>
              <a:ext cx="535985" cy="947470"/>
            </a:xfrm>
            <a:prstGeom prst="bentConnector2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5F954482-60F2-A21D-8238-9FAB8D20ED6D}"/>
                </a:ext>
              </a:extLst>
            </p:cNvPr>
            <p:cNvCxnSpPr>
              <a:cxnSpLocks/>
              <a:endCxn id="48" idx="1"/>
            </p:cNvCxnSpPr>
            <p:nvPr/>
          </p:nvCxnSpPr>
          <p:spPr>
            <a:xfrm>
              <a:off x="10322599" y="4830237"/>
              <a:ext cx="322539" cy="0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连接符: 肘形 88">
              <a:extLst>
                <a:ext uri="{FF2B5EF4-FFF2-40B4-BE49-F238E27FC236}">
                  <a16:creationId xmlns:a16="http://schemas.microsoft.com/office/drawing/2014/main" id="{2FE44B1A-7D5F-A9BB-356F-D86FE49DD5F9}"/>
                </a:ext>
              </a:extLst>
            </p:cNvPr>
            <p:cNvCxnSpPr>
              <a:cxnSpLocks/>
              <a:stCxn id="48" idx="2"/>
              <a:endCxn id="8" idx="2"/>
            </p:cNvCxnSpPr>
            <p:nvPr/>
          </p:nvCxnSpPr>
          <p:spPr>
            <a:xfrm rot="5400000">
              <a:off x="6053196" y="600035"/>
              <a:ext cx="579274" cy="9754820"/>
            </a:xfrm>
            <a:prstGeom prst="bentConnector3">
              <a:avLst>
                <a:gd name="adj1" fmla="val 234832"/>
              </a:avLst>
            </a:prstGeom>
            <a:noFill/>
            <a:ln w="28575">
              <a:solidFill>
                <a:srgbClr val="A22428"/>
              </a:solidFill>
              <a:prstDash val="dash"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连接符: 肘形 92">
              <a:extLst>
                <a:ext uri="{FF2B5EF4-FFF2-40B4-BE49-F238E27FC236}">
                  <a16:creationId xmlns:a16="http://schemas.microsoft.com/office/drawing/2014/main" id="{E1329937-4264-62EC-039E-762546D4ED93}"/>
                </a:ext>
              </a:extLst>
            </p:cNvPr>
            <p:cNvCxnSpPr>
              <a:cxnSpLocks/>
              <a:stCxn id="48" idx="2"/>
              <a:endCxn id="5" idx="1"/>
            </p:cNvCxnSpPr>
            <p:nvPr/>
          </p:nvCxnSpPr>
          <p:spPr>
            <a:xfrm rot="5400000" flipH="1">
              <a:off x="5218022" y="-814413"/>
              <a:ext cx="1180852" cy="10823591"/>
            </a:xfrm>
            <a:prstGeom prst="bentConnector4">
              <a:avLst>
                <a:gd name="adj1" fmla="val -115146"/>
                <a:gd name="adj2" fmla="val 102112"/>
              </a:avLst>
            </a:prstGeom>
            <a:noFill/>
            <a:ln w="28575">
              <a:solidFill>
                <a:srgbClr val="A22428"/>
              </a:solidFill>
              <a:prstDash val="dash"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625C17E-15E2-4B29-14B0-6964DE2D0412}"/>
                </a:ext>
              </a:extLst>
            </p:cNvPr>
            <p:cNvSpPr/>
            <p:nvPr/>
          </p:nvSpPr>
          <p:spPr>
            <a:xfrm>
              <a:off x="6805361" y="3233077"/>
              <a:ext cx="5178533" cy="314865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71428DF1-ECB5-4AE9-E1EC-C88D80358DAE}"/>
                    </a:ext>
                  </a:extLst>
                </p:cNvPr>
                <p:cNvSpPr/>
                <p:nvPr/>
              </p:nvSpPr>
              <p:spPr>
                <a:xfrm>
                  <a:off x="3923184" y="6413235"/>
                  <a:ext cx="2432752" cy="28131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i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Gradient Update / Backprop</a:t>
                  </a:r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71428DF1-ECB5-4AE9-E1EC-C88D80358D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184" y="6413235"/>
                  <a:ext cx="2432752" cy="281313"/>
                </a:xfrm>
                <a:prstGeom prst="rect">
                  <a:avLst/>
                </a:prstGeom>
                <a:blipFill>
                  <a:blip r:embed="rId17"/>
                  <a:stretch>
                    <a:fillRect t="-8333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62CCB85-332C-E7F6-B4DA-7E6419339163}"/>
                </a:ext>
              </a:extLst>
            </p:cNvPr>
            <p:cNvSpPr txBox="1"/>
            <p:nvPr/>
          </p:nvSpPr>
          <p:spPr>
            <a:xfrm>
              <a:off x="6685435" y="3233076"/>
              <a:ext cx="210273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PPO Update Process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4266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">
            <a:extLst>
              <a:ext uri="{FF2B5EF4-FFF2-40B4-BE49-F238E27FC236}">
                <a16:creationId xmlns:a16="http://schemas.microsoft.com/office/drawing/2014/main" id="{F9512847-6C71-D5DD-8D39-C2E00C8D4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540" y="0"/>
            <a:ext cx="7860460" cy="429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55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F607A7FA-1BA3-CDBF-9812-EF98E9C26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2" y="3506680"/>
            <a:ext cx="5835012" cy="3185324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51EB22EF-2CB5-193F-1B9A-3E1B721D6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2" y="321357"/>
            <a:ext cx="5835010" cy="3185323"/>
          </a:xfrm>
          <a:prstGeom prst="rect">
            <a:avLst/>
          </a:prstGeom>
        </p:spPr>
      </p:pic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1FC6AF1-9DEF-BC95-4B1E-608E5D20FF3A}"/>
              </a:ext>
            </a:extLst>
          </p:cNvPr>
          <p:cNvSpPr/>
          <p:nvPr/>
        </p:nvSpPr>
        <p:spPr>
          <a:xfrm>
            <a:off x="6262718" y="3103347"/>
            <a:ext cx="731520" cy="651303"/>
          </a:xfrm>
          <a:custGeom>
            <a:avLst/>
            <a:gdLst>
              <a:gd name="connsiteX0" fmla="*/ 0 w 731520"/>
              <a:gd name="connsiteY0" fmla="*/ 0 h 651303"/>
              <a:gd name="connsiteX1" fmla="*/ 10319 w 731520"/>
              <a:gd name="connsiteY1" fmla="*/ 0 h 651303"/>
              <a:gd name="connsiteX2" fmla="*/ 10327 w 731520"/>
              <a:gd name="connsiteY2" fmla="*/ 64 h 651303"/>
              <a:gd name="connsiteX3" fmla="*/ 12664 w 731520"/>
              <a:gd name="connsiteY3" fmla="*/ 5931 h 651303"/>
              <a:gd name="connsiteX4" fmla="*/ 11521 w 731520"/>
              <a:gd name="connsiteY4" fmla="*/ 0 h 651303"/>
              <a:gd name="connsiteX5" fmla="*/ 19554 w 731520"/>
              <a:gd name="connsiteY5" fmla="*/ 0 h 651303"/>
              <a:gd name="connsiteX6" fmla="*/ 14637 w 731520"/>
              <a:gd name="connsiteY6" fmla="*/ 10881 h 651303"/>
              <a:gd name="connsiteX7" fmla="*/ 32383 w 731520"/>
              <a:gd name="connsiteY7" fmla="*/ 55423 h 651303"/>
              <a:gd name="connsiteX8" fmla="*/ 40306 w 731520"/>
              <a:gd name="connsiteY8" fmla="*/ 75308 h 651303"/>
              <a:gd name="connsiteX9" fmla="*/ 83645 w 731520"/>
              <a:gd name="connsiteY9" fmla="*/ 138520 h 651303"/>
              <a:gd name="connsiteX10" fmla="*/ 99282 w 731520"/>
              <a:gd name="connsiteY10" fmla="*/ 156205 h 651303"/>
              <a:gd name="connsiteX11" fmla="*/ 142415 w 731520"/>
              <a:gd name="connsiteY11" fmla="*/ 198756 h 651303"/>
              <a:gd name="connsiteX12" fmla="*/ 161200 w 731520"/>
              <a:gd name="connsiteY12" fmla="*/ 215036 h 651303"/>
              <a:gd name="connsiteX13" fmla="*/ 233112 w 731520"/>
              <a:gd name="connsiteY13" fmla="*/ 265742 h 651303"/>
              <a:gd name="connsiteX14" fmla="*/ 233112 w 731520"/>
              <a:gd name="connsiteY14" fmla="*/ 265742 h 651303"/>
              <a:gd name="connsiteX15" fmla="*/ 233113 w 731520"/>
              <a:gd name="connsiteY15" fmla="*/ 265743 h 651303"/>
              <a:gd name="connsiteX16" fmla="*/ 317183 w 731520"/>
              <a:gd name="connsiteY16" fmla="*/ 308473 h 651303"/>
              <a:gd name="connsiteX17" fmla="*/ 344067 w 731520"/>
              <a:gd name="connsiteY17" fmla="*/ 319466 h 651303"/>
              <a:gd name="connsiteX18" fmla="*/ 396624 w 731520"/>
              <a:gd name="connsiteY18" fmla="*/ 338114 h 651303"/>
              <a:gd name="connsiteX19" fmla="*/ 548640 w 731520"/>
              <a:gd name="connsiteY19" fmla="*/ 376983 h 651303"/>
              <a:gd name="connsiteX20" fmla="*/ 548640 w 731520"/>
              <a:gd name="connsiteY20" fmla="*/ 285543 h 651303"/>
              <a:gd name="connsiteX21" fmla="*/ 731520 w 731520"/>
              <a:gd name="connsiteY21" fmla="*/ 483377 h 651303"/>
              <a:gd name="connsiteX22" fmla="*/ 548640 w 731520"/>
              <a:gd name="connsiteY22" fmla="*/ 651303 h 651303"/>
              <a:gd name="connsiteX23" fmla="*/ 548640 w 731520"/>
              <a:gd name="connsiteY23" fmla="*/ 559863 h 651303"/>
              <a:gd name="connsiteX24" fmla="*/ 0 w 731520"/>
              <a:gd name="connsiteY24" fmla="*/ 103901 h 651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31520" h="651303">
                <a:moveTo>
                  <a:pt x="0" y="0"/>
                </a:moveTo>
                <a:lnTo>
                  <a:pt x="10319" y="0"/>
                </a:lnTo>
                <a:lnTo>
                  <a:pt x="10327" y="64"/>
                </a:lnTo>
                <a:lnTo>
                  <a:pt x="12664" y="5931"/>
                </a:lnTo>
                <a:lnTo>
                  <a:pt x="11521" y="0"/>
                </a:lnTo>
                <a:lnTo>
                  <a:pt x="19554" y="0"/>
                </a:lnTo>
                <a:lnTo>
                  <a:pt x="14637" y="10881"/>
                </a:lnTo>
                <a:lnTo>
                  <a:pt x="32383" y="55423"/>
                </a:lnTo>
                <a:lnTo>
                  <a:pt x="40306" y="75308"/>
                </a:lnTo>
                <a:lnTo>
                  <a:pt x="83645" y="138520"/>
                </a:lnTo>
                <a:lnTo>
                  <a:pt x="99282" y="156205"/>
                </a:lnTo>
                <a:lnTo>
                  <a:pt x="142415" y="198756"/>
                </a:lnTo>
                <a:lnTo>
                  <a:pt x="161200" y="215036"/>
                </a:lnTo>
                <a:lnTo>
                  <a:pt x="233112" y="265742"/>
                </a:lnTo>
                <a:lnTo>
                  <a:pt x="233112" y="265742"/>
                </a:lnTo>
                <a:lnTo>
                  <a:pt x="233113" y="265743"/>
                </a:lnTo>
                <a:lnTo>
                  <a:pt x="317183" y="308473"/>
                </a:lnTo>
                <a:lnTo>
                  <a:pt x="344067" y="319466"/>
                </a:lnTo>
                <a:lnTo>
                  <a:pt x="396624" y="338114"/>
                </a:lnTo>
                <a:lnTo>
                  <a:pt x="548640" y="376983"/>
                </a:lnTo>
                <a:lnTo>
                  <a:pt x="548640" y="285543"/>
                </a:lnTo>
                <a:lnTo>
                  <a:pt x="731520" y="483377"/>
                </a:lnTo>
                <a:lnTo>
                  <a:pt x="548640" y="651303"/>
                </a:lnTo>
                <a:lnTo>
                  <a:pt x="548640" y="559863"/>
                </a:lnTo>
                <a:cubicBezTo>
                  <a:pt x="225660" y="506179"/>
                  <a:pt x="0" y="318637"/>
                  <a:pt x="0" y="103901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7" name="图片 26" descr="图示&#10;&#10;AI 生成的内容可能不正确。">
            <a:extLst>
              <a:ext uri="{FF2B5EF4-FFF2-40B4-BE49-F238E27FC236}">
                <a16:creationId xmlns:a16="http://schemas.microsoft.com/office/drawing/2014/main" id="{4D96889F-237E-529E-BCBD-DEB41DCE8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522" y="3672677"/>
            <a:ext cx="5835010" cy="3185323"/>
          </a:xfrm>
          <a:prstGeom prst="rect">
            <a:avLst/>
          </a:prstGeom>
        </p:spPr>
      </p:pic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09AD46DD-7EBC-0AB5-E678-F045E534A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630" y="243675"/>
            <a:ext cx="5835012" cy="318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00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示&#10;&#10;AI 生成的内容可能不正确。">
            <a:extLst>
              <a:ext uri="{FF2B5EF4-FFF2-40B4-BE49-F238E27FC236}">
                <a16:creationId xmlns:a16="http://schemas.microsoft.com/office/drawing/2014/main" id="{4E0E38B0-972A-7409-6A64-1704D1035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342" y="2621279"/>
            <a:ext cx="5835010" cy="3185323"/>
          </a:xfrm>
          <a:prstGeom prst="rect">
            <a:avLst/>
          </a:prstGeom>
        </p:spPr>
      </p:pic>
      <p:pic>
        <p:nvPicPr>
          <p:cNvPr id="32" name="图片 3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39CD860-5E5B-E3FD-2725-81811ECB8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152" y="-648681"/>
            <a:ext cx="5190836" cy="2833670"/>
          </a:xfrm>
          <a:prstGeom prst="rect">
            <a:avLst/>
          </a:prstGeom>
        </p:spPr>
      </p:pic>
      <p:grpSp>
        <p:nvGrpSpPr>
          <p:cNvPr id="48" name="组合 47">
            <a:extLst>
              <a:ext uri="{FF2B5EF4-FFF2-40B4-BE49-F238E27FC236}">
                <a16:creationId xmlns:a16="http://schemas.microsoft.com/office/drawing/2014/main" id="{C2701885-D75B-5499-8E2E-FDCB04FD1E05}"/>
              </a:ext>
            </a:extLst>
          </p:cNvPr>
          <p:cNvGrpSpPr/>
          <p:nvPr/>
        </p:nvGrpSpPr>
        <p:grpSpPr>
          <a:xfrm>
            <a:off x="277229" y="359539"/>
            <a:ext cx="6314071" cy="3768356"/>
            <a:chOff x="277229" y="359539"/>
            <a:chExt cx="6314071" cy="376835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244AA45-9328-8034-8B1F-8B43D1C30076}"/>
                </a:ext>
              </a:extLst>
            </p:cNvPr>
            <p:cNvSpPr/>
            <p:nvPr/>
          </p:nvSpPr>
          <p:spPr>
            <a:xfrm>
              <a:off x="2261586" y="834502"/>
              <a:ext cx="914401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0F49B37-F550-5A24-4C3E-15B49EB036AC}"/>
                </a:ext>
              </a:extLst>
            </p:cNvPr>
            <p:cNvSpPr/>
            <p:nvPr/>
          </p:nvSpPr>
          <p:spPr>
            <a:xfrm>
              <a:off x="3175986" y="834502"/>
              <a:ext cx="1660125" cy="276999"/>
            </a:xfrm>
            <a:prstGeom prst="rect">
              <a:avLst/>
            </a:prstGeom>
            <a:pattFill prst="wdUpDiag">
              <a:fgClr>
                <a:srgbClr val="BAD3E9"/>
              </a:fgClr>
              <a:bgClr>
                <a:schemeClr val="bg1"/>
              </a:bgClr>
            </a:pattFill>
            <a:ln w="12700">
              <a:solidFill>
                <a:srgbClr val="C2DC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A510931-4628-E685-B246-74E14093777C}"/>
                </a:ext>
              </a:extLst>
            </p:cNvPr>
            <p:cNvSpPr/>
            <p:nvPr/>
          </p:nvSpPr>
          <p:spPr>
            <a:xfrm>
              <a:off x="3594716" y="1667496"/>
              <a:ext cx="914401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5D3BC96-904E-349F-C144-2E3143B6E200}"/>
                </a:ext>
              </a:extLst>
            </p:cNvPr>
            <p:cNvSpPr/>
            <p:nvPr/>
          </p:nvSpPr>
          <p:spPr>
            <a:xfrm>
              <a:off x="4509116" y="1667496"/>
              <a:ext cx="1660125" cy="276999"/>
            </a:xfrm>
            <a:prstGeom prst="rect">
              <a:avLst/>
            </a:prstGeom>
            <a:pattFill prst="wdUpDiag">
              <a:fgClr>
                <a:srgbClr val="BAD3E9"/>
              </a:fgClr>
              <a:bgClr>
                <a:schemeClr val="bg1"/>
              </a:bgClr>
            </a:pattFill>
            <a:ln w="12700">
              <a:solidFill>
                <a:srgbClr val="C2DC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3EE2725-73EA-E05D-5244-AA911DD45A79}"/>
                </a:ext>
              </a:extLst>
            </p:cNvPr>
            <p:cNvSpPr/>
            <p:nvPr/>
          </p:nvSpPr>
          <p:spPr>
            <a:xfrm>
              <a:off x="5011827" y="2482780"/>
              <a:ext cx="914401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C629E60-9F42-988E-5312-F9402B2EAD1B}"/>
                </a:ext>
              </a:extLst>
            </p:cNvPr>
            <p:cNvSpPr/>
            <p:nvPr/>
          </p:nvSpPr>
          <p:spPr>
            <a:xfrm>
              <a:off x="5926228" y="2482780"/>
              <a:ext cx="243014" cy="276999"/>
            </a:xfrm>
            <a:prstGeom prst="rect">
              <a:avLst/>
            </a:prstGeom>
            <a:pattFill prst="wdUpDiag">
              <a:fgClr>
                <a:srgbClr val="BAD3E9"/>
              </a:fgClr>
              <a:bgClr>
                <a:schemeClr val="bg1"/>
              </a:bgClr>
            </a:pattFill>
            <a:ln w="12700">
              <a:solidFill>
                <a:srgbClr val="C2DC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E96DC8D4-5A1E-2078-6ECF-17836B5DF700}"/>
                </a:ext>
              </a:extLst>
            </p:cNvPr>
            <p:cNvSpPr/>
            <p:nvPr/>
          </p:nvSpPr>
          <p:spPr>
            <a:xfrm>
              <a:off x="3175986" y="1186220"/>
              <a:ext cx="360964" cy="590550"/>
            </a:xfrm>
            <a:custGeom>
              <a:avLst/>
              <a:gdLst>
                <a:gd name="connsiteX0" fmla="*/ 0 w 495300"/>
                <a:gd name="connsiteY0" fmla="*/ 0 h 742950"/>
                <a:gd name="connsiteX1" fmla="*/ 165100 w 495300"/>
                <a:gd name="connsiteY1" fmla="*/ 552450 h 742950"/>
                <a:gd name="connsiteX2" fmla="*/ 495300 w 495300"/>
                <a:gd name="connsiteY2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742950">
                  <a:moveTo>
                    <a:pt x="0" y="0"/>
                  </a:moveTo>
                  <a:cubicBezTo>
                    <a:pt x="41275" y="214312"/>
                    <a:pt x="82550" y="428625"/>
                    <a:pt x="165100" y="552450"/>
                  </a:cubicBezTo>
                  <a:cubicBezTo>
                    <a:pt x="247650" y="676275"/>
                    <a:pt x="368300" y="712258"/>
                    <a:pt x="495300" y="742950"/>
                  </a:cubicBezTo>
                </a:path>
              </a:pathLst>
            </a:custGeom>
            <a:noFill/>
            <a:ln w="28575">
              <a:solidFill>
                <a:schemeClr val="bg2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180C7F79-5F61-07AE-EC3A-1CF46992E80E}"/>
                </a:ext>
              </a:extLst>
            </p:cNvPr>
            <p:cNvSpPr/>
            <p:nvPr/>
          </p:nvSpPr>
          <p:spPr>
            <a:xfrm>
              <a:off x="4509115" y="2032776"/>
              <a:ext cx="413215" cy="588504"/>
            </a:xfrm>
            <a:custGeom>
              <a:avLst/>
              <a:gdLst>
                <a:gd name="connsiteX0" fmla="*/ 0 w 495300"/>
                <a:gd name="connsiteY0" fmla="*/ 0 h 742950"/>
                <a:gd name="connsiteX1" fmla="*/ 165100 w 495300"/>
                <a:gd name="connsiteY1" fmla="*/ 552450 h 742950"/>
                <a:gd name="connsiteX2" fmla="*/ 495300 w 495300"/>
                <a:gd name="connsiteY2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742950">
                  <a:moveTo>
                    <a:pt x="0" y="0"/>
                  </a:moveTo>
                  <a:cubicBezTo>
                    <a:pt x="41275" y="214312"/>
                    <a:pt x="82550" y="428625"/>
                    <a:pt x="165100" y="552450"/>
                  </a:cubicBezTo>
                  <a:cubicBezTo>
                    <a:pt x="247650" y="676275"/>
                    <a:pt x="368300" y="712258"/>
                    <a:pt x="495300" y="742950"/>
                  </a:cubicBezTo>
                </a:path>
              </a:pathLst>
            </a:custGeom>
            <a:noFill/>
            <a:ln w="28575">
              <a:solidFill>
                <a:schemeClr val="bg2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" name="右大括号 22">
              <a:extLst>
                <a:ext uri="{FF2B5EF4-FFF2-40B4-BE49-F238E27FC236}">
                  <a16:creationId xmlns:a16="http://schemas.microsoft.com/office/drawing/2014/main" id="{9413842F-6E45-75C4-AC04-9A5AC52C7FD4}"/>
                </a:ext>
              </a:extLst>
            </p:cNvPr>
            <p:cNvSpPr/>
            <p:nvPr/>
          </p:nvSpPr>
          <p:spPr>
            <a:xfrm rot="16200000">
              <a:off x="3471124" y="-596833"/>
              <a:ext cx="155448" cy="2574525"/>
            </a:xfrm>
            <a:prstGeom prst="rightBrace">
              <a:avLst>
                <a:gd name="adj1" fmla="val 5735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右大括号 23">
              <a:extLst>
                <a:ext uri="{FF2B5EF4-FFF2-40B4-BE49-F238E27FC236}">
                  <a16:creationId xmlns:a16="http://schemas.microsoft.com/office/drawing/2014/main" id="{BAF6C938-280A-BDC9-CC6B-C42D29E67C0E}"/>
                </a:ext>
              </a:extLst>
            </p:cNvPr>
            <p:cNvSpPr/>
            <p:nvPr/>
          </p:nvSpPr>
          <p:spPr>
            <a:xfrm rot="5400000">
              <a:off x="2641061" y="805399"/>
              <a:ext cx="155448" cy="914401"/>
            </a:xfrm>
            <a:prstGeom prst="rightBrace">
              <a:avLst>
                <a:gd name="adj1" fmla="val 5735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右大括号 25">
              <a:extLst>
                <a:ext uri="{FF2B5EF4-FFF2-40B4-BE49-F238E27FC236}">
                  <a16:creationId xmlns:a16="http://schemas.microsoft.com/office/drawing/2014/main" id="{319063CF-FFAC-2414-C5B9-471CC1A64D13}"/>
                </a:ext>
              </a:extLst>
            </p:cNvPr>
            <p:cNvSpPr/>
            <p:nvPr/>
          </p:nvSpPr>
          <p:spPr>
            <a:xfrm rot="5400000">
              <a:off x="3928325" y="432539"/>
              <a:ext cx="155448" cy="1660123"/>
            </a:xfrm>
            <a:prstGeom prst="rightBrace">
              <a:avLst>
                <a:gd name="adj1" fmla="val 5735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0C658879-5D72-A126-BAB2-22BDB4C801FB}"/>
                </a:ext>
              </a:extLst>
            </p:cNvPr>
            <p:cNvCxnSpPr>
              <a:cxnSpLocks/>
            </p:cNvCxnSpPr>
            <p:nvPr/>
          </p:nvCxnSpPr>
          <p:spPr>
            <a:xfrm>
              <a:off x="1787434" y="3672677"/>
              <a:ext cx="4803866" cy="0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E0EAA0C-2F52-0BB2-6CD2-452F140AB168}"/>
                    </a:ext>
                  </a:extLst>
                </p:cNvPr>
                <p:cNvSpPr txBox="1"/>
                <p:nvPr/>
              </p:nvSpPr>
              <p:spPr>
                <a:xfrm>
                  <a:off x="2718785" y="359539"/>
                  <a:ext cx="1578792" cy="29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Planning Horizon </a:t>
                  </a:r>
                  <a14:m>
                    <m:oMath xmlns:m="http://schemas.openxmlformats.org/officeDocument/2006/math">
                      <m:r>
                        <a:rPr lang="en-US" altLang="zh-CN" sz="12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</m:oMath>
                  </a14:m>
                  <a:endParaRPr lang="zh-CN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E0EAA0C-2F52-0BB2-6CD2-452F140AB1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8785" y="359539"/>
                  <a:ext cx="1578792" cy="291298"/>
                </a:xfrm>
                <a:prstGeom prst="rect">
                  <a:avLst/>
                </a:prstGeom>
                <a:blipFill>
                  <a:blip r:embed="rId4"/>
                  <a:stretch>
                    <a:fillRect t="-2083" b="-104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91F81DA2-EE25-C526-9011-CCDA8BA231AA}"/>
                    </a:ext>
                  </a:extLst>
                </p:cNvPr>
                <p:cNvSpPr txBox="1"/>
                <p:nvPr/>
              </p:nvSpPr>
              <p:spPr>
                <a:xfrm>
                  <a:off x="1787434" y="1296976"/>
                  <a:ext cx="150658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2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Control Horizon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endParaRPr lang="zh-CN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91F81DA2-EE25-C526-9011-CCDA8BA231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7434" y="1296976"/>
                  <a:ext cx="150658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07AF071-B89E-1A67-D561-D4CA816ED3C1}"/>
                </a:ext>
              </a:extLst>
            </p:cNvPr>
            <p:cNvSpPr txBox="1"/>
            <p:nvPr/>
          </p:nvSpPr>
          <p:spPr>
            <a:xfrm>
              <a:off x="3262206" y="1296976"/>
              <a:ext cx="16601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Predicted &amp; Discarded</a:t>
              </a:r>
              <a:endParaRPr lang="zh-CN" alt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9306F8-6744-D723-5EF3-2F4C60023C99}"/>
                </a:ext>
              </a:extLst>
            </p:cNvPr>
            <p:cNvSpPr/>
            <p:nvPr/>
          </p:nvSpPr>
          <p:spPr>
            <a:xfrm>
              <a:off x="2261586" y="3132346"/>
              <a:ext cx="914401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F01907C-6393-D5AB-6CE5-9A920BBDB109}"/>
                </a:ext>
              </a:extLst>
            </p:cNvPr>
            <p:cNvSpPr/>
            <p:nvPr/>
          </p:nvSpPr>
          <p:spPr>
            <a:xfrm>
              <a:off x="3175987" y="3132346"/>
              <a:ext cx="418730" cy="276999"/>
            </a:xfrm>
            <a:prstGeom prst="rect">
              <a:avLst/>
            </a:prstGeom>
            <a:pattFill prst="wdUpDiag">
              <a:fgClr>
                <a:srgbClr val="BAD3E9"/>
              </a:fgClr>
              <a:bgClr>
                <a:schemeClr val="bg1"/>
              </a:bgClr>
            </a:pattFill>
            <a:ln w="12700">
              <a:solidFill>
                <a:srgbClr val="C2DC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EAC8A5C-7DAC-DF45-EBB9-024E15173CE8}"/>
                </a:ext>
              </a:extLst>
            </p:cNvPr>
            <p:cNvSpPr/>
            <p:nvPr/>
          </p:nvSpPr>
          <p:spPr>
            <a:xfrm>
              <a:off x="3594716" y="3132345"/>
              <a:ext cx="914401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07DF474-1848-F801-637C-EF45BED2534E}"/>
                </a:ext>
              </a:extLst>
            </p:cNvPr>
            <p:cNvSpPr/>
            <p:nvPr/>
          </p:nvSpPr>
          <p:spPr>
            <a:xfrm>
              <a:off x="4509115" y="3132346"/>
              <a:ext cx="502712" cy="276999"/>
            </a:xfrm>
            <a:prstGeom prst="rect">
              <a:avLst/>
            </a:prstGeom>
            <a:pattFill prst="wdUpDiag">
              <a:fgClr>
                <a:srgbClr val="BAD3E9"/>
              </a:fgClr>
              <a:bgClr>
                <a:schemeClr val="bg1"/>
              </a:bgClr>
            </a:pattFill>
            <a:ln w="12700">
              <a:solidFill>
                <a:srgbClr val="C2DC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4D2A1AE-C79D-57AC-4A50-56203AFA20FE}"/>
                </a:ext>
              </a:extLst>
            </p:cNvPr>
            <p:cNvSpPr/>
            <p:nvPr/>
          </p:nvSpPr>
          <p:spPr>
            <a:xfrm>
              <a:off x="5011827" y="3132345"/>
              <a:ext cx="914401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62C8DA3-4314-C5CA-ECCE-5EAA82FB02B5}"/>
                </a:ext>
              </a:extLst>
            </p:cNvPr>
            <p:cNvSpPr/>
            <p:nvPr/>
          </p:nvSpPr>
          <p:spPr>
            <a:xfrm>
              <a:off x="5926226" y="3132346"/>
              <a:ext cx="243015" cy="276999"/>
            </a:xfrm>
            <a:prstGeom prst="rect">
              <a:avLst/>
            </a:prstGeom>
            <a:pattFill prst="wdUpDiag">
              <a:fgClr>
                <a:srgbClr val="BAD3E9"/>
              </a:fgClr>
              <a:bgClr>
                <a:schemeClr val="bg1"/>
              </a:bgClr>
            </a:pattFill>
            <a:ln w="12700">
              <a:solidFill>
                <a:srgbClr val="C2DC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B52CF6B-C1A6-EFB8-B89E-DAFC64B7E9B1}"/>
                </a:ext>
              </a:extLst>
            </p:cNvPr>
            <p:cNvSpPr txBox="1"/>
            <p:nvPr/>
          </p:nvSpPr>
          <p:spPr>
            <a:xfrm>
              <a:off x="600028" y="834502"/>
              <a:ext cx="134151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 Step k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6ABBC82-3F97-CE53-73DB-85D982AEB9DC}"/>
                </a:ext>
              </a:extLst>
            </p:cNvPr>
            <p:cNvSpPr txBox="1"/>
            <p:nvPr/>
          </p:nvSpPr>
          <p:spPr>
            <a:xfrm>
              <a:off x="600028" y="1670632"/>
              <a:ext cx="134151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 Step k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D9B829A-B762-6485-C868-97A441367BE7}"/>
                </a:ext>
              </a:extLst>
            </p:cNvPr>
            <p:cNvSpPr txBox="1"/>
            <p:nvPr/>
          </p:nvSpPr>
          <p:spPr>
            <a:xfrm>
              <a:off x="600028" y="2482779"/>
              <a:ext cx="134151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 Step k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DA46363-B529-3672-78E5-7CF6DC562358}"/>
                </a:ext>
              </a:extLst>
            </p:cNvPr>
            <p:cNvSpPr txBox="1"/>
            <p:nvPr/>
          </p:nvSpPr>
          <p:spPr>
            <a:xfrm>
              <a:off x="277229" y="3132345"/>
              <a:ext cx="194154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Operation Timeline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C578CDC-4E40-AF63-BDCC-F5D05899B598}"/>
                </a:ext>
              </a:extLst>
            </p:cNvPr>
            <p:cNvSpPr txBox="1"/>
            <p:nvPr/>
          </p:nvSpPr>
          <p:spPr>
            <a:xfrm>
              <a:off x="6201248" y="2390446"/>
              <a:ext cx="28803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6D3FB92-3204-6FA7-FB56-E1D6F5CFB0F8}"/>
                </a:ext>
              </a:extLst>
            </p:cNvPr>
            <p:cNvSpPr txBox="1"/>
            <p:nvPr/>
          </p:nvSpPr>
          <p:spPr>
            <a:xfrm>
              <a:off x="6201248" y="3031561"/>
              <a:ext cx="28803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E92A401-EF6E-6DE6-FD90-966D176A20DF}"/>
                    </a:ext>
                  </a:extLst>
                </p:cNvPr>
                <p:cNvSpPr txBox="1"/>
                <p:nvPr/>
              </p:nvSpPr>
              <p:spPr>
                <a:xfrm>
                  <a:off x="2101224" y="3820118"/>
                  <a:ext cx="32072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E92A401-EF6E-6DE6-FD90-966D176A2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1224" y="3820118"/>
                  <a:ext cx="320720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CF44F4FB-C942-6B07-8B2B-14902B9A87ED}"/>
                </a:ext>
              </a:extLst>
            </p:cNvPr>
            <p:cNvCxnSpPr>
              <a:cxnSpLocks/>
            </p:cNvCxnSpPr>
            <p:nvPr/>
          </p:nvCxnSpPr>
          <p:spPr>
            <a:xfrm>
              <a:off x="2261584" y="3569494"/>
              <a:ext cx="0" cy="221456"/>
            </a:xfrm>
            <a:prstGeom prst="line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03737BB-3B09-9663-78B1-A7A35B0E5FBD}"/>
                </a:ext>
              </a:extLst>
            </p:cNvPr>
            <p:cNvCxnSpPr>
              <a:cxnSpLocks/>
            </p:cNvCxnSpPr>
            <p:nvPr/>
          </p:nvCxnSpPr>
          <p:spPr>
            <a:xfrm>
              <a:off x="3598273" y="3569494"/>
              <a:ext cx="0" cy="221456"/>
            </a:xfrm>
            <a:prstGeom prst="line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C0D159C-8A0F-2CB5-0219-97A5EE0D6EA0}"/>
                </a:ext>
              </a:extLst>
            </p:cNvPr>
            <p:cNvCxnSpPr>
              <a:cxnSpLocks/>
            </p:cNvCxnSpPr>
            <p:nvPr/>
          </p:nvCxnSpPr>
          <p:spPr>
            <a:xfrm>
              <a:off x="5021080" y="3569494"/>
              <a:ext cx="0" cy="221456"/>
            </a:xfrm>
            <a:prstGeom prst="line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64BFF7E-BE81-2D5D-BB82-6D0DD25B2DD5}"/>
                    </a:ext>
                  </a:extLst>
                </p:cNvPr>
                <p:cNvSpPr txBox="1"/>
                <p:nvPr/>
              </p:nvSpPr>
              <p:spPr>
                <a:xfrm>
                  <a:off x="3434356" y="3820118"/>
                  <a:ext cx="32072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64BFF7E-BE81-2D5D-BB82-6D0DD25B2D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4356" y="3820118"/>
                  <a:ext cx="320720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396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6B432CA-00CD-C825-D41D-670C7DFFC7AA}"/>
                    </a:ext>
                  </a:extLst>
                </p:cNvPr>
                <p:cNvSpPr txBox="1"/>
                <p:nvPr/>
              </p:nvSpPr>
              <p:spPr>
                <a:xfrm>
                  <a:off x="4860720" y="3820118"/>
                  <a:ext cx="32072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6B432CA-00CD-C825-D41D-670C7DFFC7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0720" y="3820118"/>
                  <a:ext cx="320720" cy="307777"/>
                </a:xfrm>
                <a:prstGeom prst="rect">
                  <a:avLst/>
                </a:prstGeom>
                <a:blipFill>
                  <a:blip r:embed="rId8"/>
                  <a:stretch>
                    <a:fillRect r="-396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312FCE7-908B-2FD5-6C8C-116B2D707E30}"/>
                    </a:ext>
                  </a:extLst>
                </p:cNvPr>
                <p:cNvSpPr txBox="1"/>
                <p:nvPr/>
              </p:nvSpPr>
              <p:spPr>
                <a:xfrm>
                  <a:off x="6098065" y="3820118"/>
                  <a:ext cx="32072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𝑖𝑚𝑒</m:t>
                        </m:r>
                      </m:oMath>
                    </m:oMathPara>
                  </a14:m>
                  <a:endParaRPr lang="en-US" altLang="zh-CN" sz="1400" b="0" dirty="0">
                    <a:solidFill>
                      <a:schemeClr val="tx1"/>
                    </a:solidFill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312FCE7-908B-2FD5-6C8C-116B2D707E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8065" y="3820118"/>
                  <a:ext cx="320720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7169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0340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A35AC6C5-FA1E-72BA-A866-B8732D29ADDE}"/>
              </a:ext>
            </a:extLst>
          </p:cNvPr>
          <p:cNvGrpSpPr/>
          <p:nvPr/>
        </p:nvGrpSpPr>
        <p:grpSpPr>
          <a:xfrm>
            <a:off x="548005" y="848981"/>
            <a:ext cx="11488873" cy="4834232"/>
            <a:chOff x="548005" y="848981"/>
            <a:chExt cx="11488873" cy="4834232"/>
          </a:xfrm>
        </p:grpSpPr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EF697AF7-EEE4-B84C-488E-A8603E37ED79}"/>
                </a:ext>
              </a:extLst>
            </p:cNvPr>
            <p:cNvSpPr/>
            <p:nvPr/>
          </p:nvSpPr>
          <p:spPr>
            <a:xfrm>
              <a:off x="801189" y="4848529"/>
              <a:ext cx="10828836" cy="83468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65" name="图片 164">
              <a:extLst>
                <a:ext uri="{FF2B5EF4-FFF2-40B4-BE49-F238E27FC236}">
                  <a16:creationId xmlns:a16="http://schemas.microsoft.com/office/drawing/2014/main" id="{D44D2C04-33C3-8C96-B5E2-49273CCA7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63919" y="1592129"/>
              <a:ext cx="479197" cy="267970"/>
            </a:xfrm>
            <a:prstGeom prst="rect">
              <a:avLst/>
            </a:prstGeom>
          </p:spPr>
        </p:pic>
        <p:pic>
          <p:nvPicPr>
            <p:cNvPr id="166" name="图片 165">
              <a:extLst>
                <a:ext uri="{FF2B5EF4-FFF2-40B4-BE49-F238E27FC236}">
                  <a16:creationId xmlns:a16="http://schemas.microsoft.com/office/drawing/2014/main" id="{A93CAC71-7C99-BE60-13C0-6A3FE0FC0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08695" y="1592129"/>
              <a:ext cx="479197" cy="267970"/>
            </a:xfrm>
            <a:prstGeom prst="rect">
              <a:avLst/>
            </a:prstGeom>
          </p:spPr>
        </p:pic>
        <p:pic>
          <p:nvPicPr>
            <p:cNvPr id="167" name="图片 166">
              <a:extLst>
                <a:ext uri="{FF2B5EF4-FFF2-40B4-BE49-F238E27FC236}">
                  <a16:creationId xmlns:a16="http://schemas.microsoft.com/office/drawing/2014/main" id="{B123798E-E0A6-E0C1-603D-0EFE37E42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2569537" y="3848926"/>
              <a:ext cx="479196" cy="267970"/>
            </a:xfrm>
            <a:prstGeom prst="rect">
              <a:avLst/>
            </a:prstGeom>
          </p:spPr>
        </p:pic>
        <p:pic>
          <p:nvPicPr>
            <p:cNvPr id="168" name="图片 167">
              <a:extLst>
                <a:ext uri="{FF2B5EF4-FFF2-40B4-BE49-F238E27FC236}">
                  <a16:creationId xmlns:a16="http://schemas.microsoft.com/office/drawing/2014/main" id="{7441EA38-048A-EA79-B43F-80D38BABF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491184" y="3848927"/>
              <a:ext cx="479196" cy="267970"/>
            </a:xfrm>
            <a:prstGeom prst="rect">
              <a:avLst/>
            </a:prstGeom>
          </p:spPr>
        </p:pic>
        <p:pic>
          <p:nvPicPr>
            <p:cNvPr id="169" name="图片 168">
              <a:extLst>
                <a:ext uri="{FF2B5EF4-FFF2-40B4-BE49-F238E27FC236}">
                  <a16:creationId xmlns:a16="http://schemas.microsoft.com/office/drawing/2014/main" id="{1E84D616-9A2A-A6F6-8CC2-FB1D9D710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097408" y="3848926"/>
              <a:ext cx="479196" cy="267970"/>
            </a:xfrm>
            <a:prstGeom prst="rect">
              <a:avLst/>
            </a:prstGeom>
          </p:spPr>
        </p:pic>
        <p:pic>
          <p:nvPicPr>
            <p:cNvPr id="170" name="图片 169">
              <a:extLst>
                <a:ext uri="{FF2B5EF4-FFF2-40B4-BE49-F238E27FC236}">
                  <a16:creationId xmlns:a16="http://schemas.microsoft.com/office/drawing/2014/main" id="{93140E84-6CD7-58A3-DCB4-EAA78EF68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66475" y="1592129"/>
              <a:ext cx="479197" cy="267970"/>
            </a:xfrm>
            <a:prstGeom prst="rect">
              <a:avLst/>
            </a:prstGeom>
          </p:spPr>
        </p:pic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DE222031-7F84-55F3-22C6-D969D8F3C0B0}"/>
                </a:ext>
              </a:extLst>
            </p:cNvPr>
            <p:cNvSpPr txBox="1"/>
            <p:nvPr/>
          </p:nvSpPr>
          <p:spPr>
            <a:xfrm>
              <a:off x="4744045" y="1562284"/>
              <a:ext cx="8928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。。。</a:t>
              </a:r>
            </a:p>
          </p:txBody>
        </p: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ED0B3D6B-91A6-91E8-E211-82B3774E2D72}"/>
                </a:ext>
              </a:extLst>
            </p:cNvPr>
            <p:cNvCxnSpPr/>
            <p:nvPr/>
          </p:nvCxnSpPr>
          <p:spPr>
            <a:xfrm>
              <a:off x="1394278" y="4085640"/>
              <a:ext cx="3320670" cy="0"/>
            </a:xfrm>
            <a:prstGeom prst="line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DC4B2B7E-21EE-5756-8314-EDE86299EE32}"/>
                </a:ext>
              </a:extLst>
            </p:cNvPr>
            <p:cNvSpPr/>
            <p:nvPr/>
          </p:nvSpPr>
          <p:spPr>
            <a:xfrm>
              <a:off x="7043433" y="3882561"/>
              <a:ext cx="1087216" cy="415950"/>
            </a:xfrm>
            <a:prstGeom prst="rect">
              <a:avLst/>
            </a:prstGeom>
            <a:pattFill prst="wdUpDiag">
              <a:fgClr>
                <a:schemeClr val="accent6"/>
              </a:fgClr>
              <a:bgClr>
                <a:schemeClr val="bg1"/>
              </a:bgClr>
            </a:patt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24C7C63A-5763-ECAA-0B70-3000F5B44EE1}"/>
                </a:ext>
              </a:extLst>
            </p:cNvPr>
            <p:cNvCxnSpPr/>
            <p:nvPr/>
          </p:nvCxnSpPr>
          <p:spPr>
            <a:xfrm>
              <a:off x="1394278" y="1826444"/>
              <a:ext cx="3320670" cy="0"/>
            </a:xfrm>
            <a:prstGeom prst="line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5" name="椭圆 174">
              <a:extLst>
                <a:ext uri="{FF2B5EF4-FFF2-40B4-BE49-F238E27FC236}">
                  <a16:creationId xmlns:a16="http://schemas.microsoft.com/office/drawing/2014/main" id="{CEE168DC-1579-3D80-E6DF-266E171E5A9C}"/>
                </a:ext>
              </a:extLst>
            </p:cNvPr>
            <p:cNvSpPr/>
            <p:nvPr/>
          </p:nvSpPr>
          <p:spPr>
            <a:xfrm>
              <a:off x="3248159" y="1700079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AF7A7719-9D9D-719E-24EA-F15E587EB1DB}"/>
                </a:ext>
              </a:extLst>
            </p:cNvPr>
            <p:cNvCxnSpPr/>
            <p:nvPr/>
          </p:nvCxnSpPr>
          <p:spPr>
            <a:xfrm>
              <a:off x="5532437" y="1827079"/>
              <a:ext cx="5409701" cy="0"/>
            </a:xfrm>
            <a:prstGeom prst="line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7" name="椭圆 176">
              <a:extLst>
                <a:ext uri="{FF2B5EF4-FFF2-40B4-BE49-F238E27FC236}">
                  <a16:creationId xmlns:a16="http://schemas.microsoft.com/office/drawing/2014/main" id="{E69D18C5-7415-57A1-C86F-609052EADB4E}"/>
                </a:ext>
              </a:extLst>
            </p:cNvPr>
            <p:cNvSpPr/>
            <p:nvPr/>
          </p:nvSpPr>
          <p:spPr>
            <a:xfrm>
              <a:off x="8019050" y="170071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F98CDD09-69F2-C89F-F031-12FA9235D376}"/>
                </a:ext>
              </a:extLst>
            </p:cNvPr>
            <p:cNvSpPr/>
            <p:nvPr/>
          </p:nvSpPr>
          <p:spPr>
            <a:xfrm>
              <a:off x="6921696" y="170071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39AA2B2B-475E-67E1-F52E-8F7FA64022DF}"/>
                </a:ext>
              </a:extLst>
            </p:cNvPr>
            <p:cNvSpPr/>
            <p:nvPr/>
          </p:nvSpPr>
          <p:spPr>
            <a:xfrm>
              <a:off x="3256811" y="3964489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67F94D58-9367-AECC-8FB3-E7DFAB59D05A}"/>
                </a:ext>
              </a:extLst>
            </p:cNvPr>
            <p:cNvCxnSpPr/>
            <p:nvPr/>
          </p:nvCxnSpPr>
          <p:spPr>
            <a:xfrm>
              <a:off x="5532437" y="4086409"/>
              <a:ext cx="5398906" cy="0"/>
            </a:xfrm>
            <a:prstGeom prst="line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1" name="椭圆 180">
              <a:extLst>
                <a:ext uri="{FF2B5EF4-FFF2-40B4-BE49-F238E27FC236}">
                  <a16:creationId xmlns:a16="http://schemas.microsoft.com/office/drawing/2014/main" id="{D66B4399-1CE9-9ED3-CB7A-C02FDA337BB0}"/>
                </a:ext>
              </a:extLst>
            </p:cNvPr>
            <p:cNvSpPr/>
            <p:nvPr/>
          </p:nvSpPr>
          <p:spPr>
            <a:xfrm>
              <a:off x="8019050" y="396512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椭圆 181">
              <a:extLst>
                <a:ext uri="{FF2B5EF4-FFF2-40B4-BE49-F238E27FC236}">
                  <a16:creationId xmlns:a16="http://schemas.microsoft.com/office/drawing/2014/main" id="{4708D453-8476-D207-1B7C-BD77AAEDEC0F}"/>
                </a:ext>
              </a:extLst>
            </p:cNvPr>
            <p:cNvSpPr/>
            <p:nvPr/>
          </p:nvSpPr>
          <p:spPr>
            <a:xfrm>
              <a:off x="6921696" y="396512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ABE06789-2EFA-3FC2-B0B0-F782F8270F2A}"/>
                </a:ext>
              </a:extLst>
            </p:cNvPr>
            <p:cNvSpPr/>
            <p:nvPr/>
          </p:nvSpPr>
          <p:spPr>
            <a:xfrm>
              <a:off x="885008" y="1423854"/>
              <a:ext cx="508000" cy="3009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7A6E60DA-C9EE-A05C-B552-5D7DFFA9FA25}"/>
                </a:ext>
              </a:extLst>
            </p:cNvPr>
            <p:cNvSpPr/>
            <p:nvPr/>
          </p:nvSpPr>
          <p:spPr>
            <a:xfrm>
              <a:off x="10942773" y="1423854"/>
              <a:ext cx="508000" cy="3009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圆角矩形 32">
              <a:extLst>
                <a:ext uri="{FF2B5EF4-FFF2-40B4-BE49-F238E27FC236}">
                  <a16:creationId xmlns:a16="http://schemas.microsoft.com/office/drawing/2014/main" id="{9720BF16-76D7-555D-CBAF-722E79C33A9A}"/>
                </a:ext>
              </a:extLst>
            </p:cNvPr>
            <p:cNvSpPr/>
            <p:nvPr/>
          </p:nvSpPr>
          <p:spPr>
            <a:xfrm>
              <a:off x="2236923" y="170198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圆角矩形 34">
              <a:extLst>
                <a:ext uri="{FF2B5EF4-FFF2-40B4-BE49-F238E27FC236}">
                  <a16:creationId xmlns:a16="http://schemas.microsoft.com/office/drawing/2014/main" id="{6C980482-9FF8-B242-DC35-4E938F895DE3}"/>
                </a:ext>
              </a:extLst>
            </p:cNvPr>
            <p:cNvSpPr/>
            <p:nvPr/>
          </p:nvSpPr>
          <p:spPr>
            <a:xfrm>
              <a:off x="2236923" y="3964489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圆角矩形 36">
              <a:extLst>
                <a:ext uri="{FF2B5EF4-FFF2-40B4-BE49-F238E27FC236}">
                  <a16:creationId xmlns:a16="http://schemas.microsoft.com/office/drawing/2014/main" id="{C547DC64-B2E7-D19A-2E94-665778601750}"/>
                </a:ext>
              </a:extLst>
            </p:cNvPr>
            <p:cNvSpPr/>
            <p:nvPr/>
          </p:nvSpPr>
          <p:spPr>
            <a:xfrm>
              <a:off x="9973128" y="170198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圆角矩形 37">
              <a:extLst>
                <a:ext uri="{FF2B5EF4-FFF2-40B4-BE49-F238E27FC236}">
                  <a16:creationId xmlns:a16="http://schemas.microsoft.com/office/drawing/2014/main" id="{F43A083D-5CC3-DF99-A0FC-AC8E2B85FEF0}"/>
                </a:ext>
              </a:extLst>
            </p:cNvPr>
            <p:cNvSpPr/>
            <p:nvPr/>
          </p:nvSpPr>
          <p:spPr>
            <a:xfrm>
              <a:off x="9973128" y="396512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7AAEC2BA-4127-A979-627C-47BE49997936}"/>
                </a:ext>
              </a:extLst>
            </p:cNvPr>
            <p:cNvSpPr txBox="1"/>
            <p:nvPr/>
          </p:nvSpPr>
          <p:spPr>
            <a:xfrm>
              <a:off x="548005" y="848981"/>
              <a:ext cx="12090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departure station</a:t>
              </a:r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9979FCD7-6DA4-6F50-9C83-A65D9673609D}"/>
                </a:ext>
              </a:extLst>
            </p:cNvPr>
            <p:cNvSpPr txBox="1"/>
            <p:nvPr/>
          </p:nvSpPr>
          <p:spPr>
            <a:xfrm>
              <a:off x="10592253" y="919399"/>
              <a:ext cx="12090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departure station</a:t>
              </a:r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2282783F-A971-8FB8-E128-456717F977E0}"/>
                </a:ext>
              </a:extLst>
            </p:cNvPr>
            <p:cNvSpPr txBox="1"/>
            <p:nvPr/>
          </p:nvSpPr>
          <p:spPr>
            <a:xfrm>
              <a:off x="3253239" y="1685474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7A3A11F7-7C01-9758-4731-89D77658469A}"/>
                </a:ext>
              </a:extLst>
            </p:cNvPr>
            <p:cNvSpPr txBox="1"/>
            <p:nvPr/>
          </p:nvSpPr>
          <p:spPr>
            <a:xfrm>
              <a:off x="2236923" y="1701984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3F52BEE3-FFA6-6707-F61D-73F2275E57F3}"/>
                </a:ext>
              </a:extLst>
            </p:cNvPr>
            <p:cNvSpPr txBox="1"/>
            <p:nvPr/>
          </p:nvSpPr>
          <p:spPr>
            <a:xfrm>
              <a:off x="7926340" y="168356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N-2</a:t>
              </a:r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BDB21131-D294-CB07-A12F-4E206CAA6EC1}"/>
                </a:ext>
              </a:extLst>
            </p:cNvPr>
            <p:cNvSpPr txBox="1"/>
            <p:nvPr/>
          </p:nvSpPr>
          <p:spPr>
            <a:xfrm>
              <a:off x="6828986" y="168356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N-3</a:t>
              </a:r>
            </a:p>
          </p:txBody>
        </p:sp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27BF5593-5EF7-337B-D48C-3D4267714212}"/>
                </a:ext>
              </a:extLst>
            </p:cNvPr>
            <p:cNvSpPr txBox="1"/>
            <p:nvPr/>
          </p:nvSpPr>
          <p:spPr>
            <a:xfrm>
              <a:off x="9973128" y="1699444"/>
              <a:ext cx="252730" cy="2692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A9BE993E-1339-ED5B-00E0-4A6CF4AE609C}"/>
                </a:ext>
              </a:extLst>
            </p:cNvPr>
            <p:cNvSpPr txBox="1"/>
            <p:nvPr/>
          </p:nvSpPr>
          <p:spPr>
            <a:xfrm>
              <a:off x="3261891" y="3949884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7C818A16-1DE9-7199-3F7C-9367A20ADEC7}"/>
                </a:ext>
              </a:extLst>
            </p:cNvPr>
            <p:cNvSpPr txBox="1"/>
            <p:nvPr/>
          </p:nvSpPr>
          <p:spPr>
            <a:xfrm>
              <a:off x="2236923" y="3966394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C07A3B64-0531-93CA-3434-8A04056C0F5D}"/>
                </a:ext>
              </a:extLst>
            </p:cNvPr>
            <p:cNvSpPr txBox="1"/>
            <p:nvPr/>
          </p:nvSpPr>
          <p:spPr>
            <a:xfrm>
              <a:off x="7926340" y="394797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N-2</a:t>
              </a:r>
            </a:p>
          </p:txBody>
        </p: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481ADB57-1531-4C94-7FBD-79924422A624}"/>
                </a:ext>
              </a:extLst>
            </p:cNvPr>
            <p:cNvSpPr txBox="1"/>
            <p:nvPr/>
          </p:nvSpPr>
          <p:spPr>
            <a:xfrm>
              <a:off x="6828986" y="394797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N-3</a:t>
              </a:r>
            </a:p>
          </p:txBody>
        </p: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C32EDB4C-6FB8-E225-58AB-2BB35D3D1788}"/>
                </a:ext>
              </a:extLst>
            </p:cNvPr>
            <p:cNvSpPr txBox="1"/>
            <p:nvPr/>
          </p:nvSpPr>
          <p:spPr>
            <a:xfrm>
              <a:off x="9973128" y="3949884"/>
              <a:ext cx="252730" cy="2832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0B4537E7-D56E-0A6B-C8FA-A222B961CE46}"/>
                </a:ext>
              </a:extLst>
            </p:cNvPr>
            <p:cNvSpPr txBox="1"/>
            <p:nvPr/>
          </p:nvSpPr>
          <p:spPr>
            <a:xfrm>
              <a:off x="4744045" y="3816534"/>
              <a:ext cx="8928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。。。</a:t>
              </a:r>
            </a:p>
          </p:txBody>
        </p:sp>
        <p:sp>
          <p:nvSpPr>
            <p:cNvPr id="202" name="禁止符 201">
              <a:extLst>
                <a:ext uri="{FF2B5EF4-FFF2-40B4-BE49-F238E27FC236}">
                  <a16:creationId xmlns:a16="http://schemas.microsoft.com/office/drawing/2014/main" id="{39D18189-5DA4-A005-DD76-9504532A91CF}"/>
                </a:ext>
              </a:extLst>
            </p:cNvPr>
            <p:cNvSpPr/>
            <p:nvPr/>
          </p:nvSpPr>
          <p:spPr>
            <a:xfrm>
              <a:off x="7425844" y="3910536"/>
              <a:ext cx="360000" cy="360000"/>
            </a:xfrm>
            <a:prstGeom prst="noSmoking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grpSp>
          <p:nvGrpSpPr>
            <p:cNvPr id="203" name="组合 202">
              <a:extLst>
                <a:ext uri="{FF2B5EF4-FFF2-40B4-BE49-F238E27FC236}">
                  <a16:creationId xmlns:a16="http://schemas.microsoft.com/office/drawing/2014/main" id="{C5988B51-BB3E-E18A-8ACC-4841F60788D9}"/>
                </a:ext>
              </a:extLst>
            </p:cNvPr>
            <p:cNvGrpSpPr/>
            <p:nvPr/>
          </p:nvGrpSpPr>
          <p:grpSpPr>
            <a:xfrm>
              <a:off x="1402883" y="1840414"/>
              <a:ext cx="602615" cy="2244408"/>
              <a:chOff x="1629" y="1603"/>
              <a:chExt cx="1192" cy="3542"/>
            </a:xfrm>
            <a:solidFill>
              <a:schemeClr val="tx1"/>
            </a:solidFill>
          </p:grpSpPr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A8C59D85-DDD4-EC4D-C8BC-70D67C15F472}"/>
                  </a:ext>
                </a:extLst>
              </p:cNvPr>
              <p:cNvCxnSpPr/>
              <p:nvPr/>
            </p:nvCxnSpPr>
            <p:spPr>
              <a:xfrm flipV="1">
                <a:off x="1882" y="1603"/>
                <a:ext cx="939" cy="2481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>
                <a:extLst>
                  <a:ext uri="{FF2B5EF4-FFF2-40B4-BE49-F238E27FC236}">
                    <a16:creationId xmlns:a16="http://schemas.microsoft.com/office/drawing/2014/main" id="{D160E2B6-502A-3A56-88B8-ABD4C4CA5043}"/>
                  </a:ext>
                </a:extLst>
              </p:cNvPr>
              <p:cNvCxnSpPr/>
              <p:nvPr/>
            </p:nvCxnSpPr>
            <p:spPr>
              <a:xfrm>
                <a:off x="1629" y="2814"/>
                <a:ext cx="724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>
                <a:extLst>
                  <a:ext uri="{FF2B5EF4-FFF2-40B4-BE49-F238E27FC236}">
                    <a16:creationId xmlns:a16="http://schemas.microsoft.com/office/drawing/2014/main" id="{537F2012-4F7F-296A-E5B4-3418A40256A2}"/>
                  </a:ext>
                </a:extLst>
              </p:cNvPr>
              <p:cNvCxnSpPr/>
              <p:nvPr/>
            </p:nvCxnSpPr>
            <p:spPr>
              <a:xfrm>
                <a:off x="1629" y="4084"/>
                <a:ext cx="724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>
                <a:extLst>
                  <a:ext uri="{FF2B5EF4-FFF2-40B4-BE49-F238E27FC236}">
                    <a16:creationId xmlns:a16="http://schemas.microsoft.com/office/drawing/2014/main" id="{3247AE66-27A5-D79A-4537-47BF897CFC64}"/>
                  </a:ext>
                </a:extLst>
              </p:cNvPr>
              <p:cNvCxnSpPr/>
              <p:nvPr/>
            </p:nvCxnSpPr>
            <p:spPr>
              <a:xfrm flipH="1" flipV="1">
                <a:off x="1871" y="2819"/>
                <a:ext cx="896" cy="2326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04" name="组合 203">
              <a:extLst>
                <a:ext uri="{FF2B5EF4-FFF2-40B4-BE49-F238E27FC236}">
                  <a16:creationId xmlns:a16="http://schemas.microsoft.com/office/drawing/2014/main" id="{E1D47FC6-77F9-2035-5DF5-455E60D69497}"/>
                </a:ext>
              </a:extLst>
            </p:cNvPr>
            <p:cNvGrpSpPr/>
            <p:nvPr/>
          </p:nvGrpSpPr>
          <p:grpSpPr>
            <a:xfrm flipH="1">
              <a:off x="10350973" y="1840414"/>
              <a:ext cx="591165" cy="2244408"/>
              <a:chOff x="1629" y="1603"/>
              <a:chExt cx="1192" cy="3542"/>
            </a:xfrm>
            <a:solidFill>
              <a:schemeClr val="tx1"/>
            </a:solidFill>
          </p:grpSpPr>
          <p:cxnSp>
            <p:nvCxnSpPr>
              <p:cNvPr id="246" name="直接连接符 245">
                <a:extLst>
                  <a:ext uri="{FF2B5EF4-FFF2-40B4-BE49-F238E27FC236}">
                    <a16:creationId xmlns:a16="http://schemas.microsoft.com/office/drawing/2014/main" id="{29BC0778-E799-F257-6750-374B8460D214}"/>
                  </a:ext>
                </a:extLst>
              </p:cNvPr>
              <p:cNvCxnSpPr/>
              <p:nvPr/>
            </p:nvCxnSpPr>
            <p:spPr>
              <a:xfrm flipV="1">
                <a:off x="1882" y="1603"/>
                <a:ext cx="939" cy="2481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7" name="直接连接符 246">
                <a:extLst>
                  <a:ext uri="{FF2B5EF4-FFF2-40B4-BE49-F238E27FC236}">
                    <a16:creationId xmlns:a16="http://schemas.microsoft.com/office/drawing/2014/main" id="{0840A1E9-824F-2E7F-DC2F-8ECE5283E7A0}"/>
                  </a:ext>
                </a:extLst>
              </p:cNvPr>
              <p:cNvCxnSpPr/>
              <p:nvPr/>
            </p:nvCxnSpPr>
            <p:spPr>
              <a:xfrm>
                <a:off x="1629" y="2814"/>
                <a:ext cx="724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8" name="直接连接符 247">
                <a:extLst>
                  <a:ext uri="{FF2B5EF4-FFF2-40B4-BE49-F238E27FC236}">
                    <a16:creationId xmlns:a16="http://schemas.microsoft.com/office/drawing/2014/main" id="{454F1625-4E3C-877B-8E87-01D033956037}"/>
                  </a:ext>
                </a:extLst>
              </p:cNvPr>
              <p:cNvCxnSpPr/>
              <p:nvPr/>
            </p:nvCxnSpPr>
            <p:spPr>
              <a:xfrm>
                <a:off x="1629" y="4084"/>
                <a:ext cx="724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 248">
                <a:extLst>
                  <a:ext uri="{FF2B5EF4-FFF2-40B4-BE49-F238E27FC236}">
                    <a16:creationId xmlns:a16="http://schemas.microsoft.com/office/drawing/2014/main" id="{5CDFE837-04CD-1E6A-63EB-591778DEC8AB}"/>
                  </a:ext>
                </a:extLst>
              </p:cNvPr>
              <p:cNvCxnSpPr/>
              <p:nvPr/>
            </p:nvCxnSpPr>
            <p:spPr>
              <a:xfrm flipH="1" flipV="1">
                <a:off x="1871" y="2819"/>
                <a:ext cx="896" cy="2326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E9C73399-789C-B726-784E-E8357F43CF87}"/>
                </a:ext>
              </a:extLst>
            </p:cNvPr>
            <p:cNvSpPr/>
            <p:nvPr/>
          </p:nvSpPr>
          <p:spPr>
            <a:xfrm>
              <a:off x="4265175" y="3968463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0766F634-1104-DB14-EF7E-686885C5F64F}"/>
                </a:ext>
              </a:extLst>
            </p:cNvPr>
            <p:cNvSpPr/>
            <p:nvPr/>
          </p:nvSpPr>
          <p:spPr>
            <a:xfrm>
              <a:off x="9043924" y="170071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72BFAA64-0F42-986D-8890-E45851408AF1}"/>
                </a:ext>
              </a:extLst>
            </p:cNvPr>
            <p:cNvSpPr/>
            <p:nvPr/>
          </p:nvSpPr>
          <p:spPr>
            <a:xfrm>
              <a:off x="9043924" y="3965124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564BF7B8-B45C-572D-ACED-35821350B425}"/>
                </a:ext>
              </a:extLst>
            </p:cNvPr>
            <p:cNvSpPr txBox="1"/>
            <p:nvPr/>
          </p:nvSpPr>
          <p:spPr>
            <a:xfrm>
              <a:off x="8951214" y="168356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N-1</a:t>
              </a:r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24FCC528-F05B-0E98-73D0-544743C40A26}"/>
                </a:ext>
              </a:extLst>
            </p:cNvPr>
            <p:cNvSpPr txBox="1"/>
            <p:nvPr/>
          </p:nvSpPr>
          <p:spPr>
            <a:xfrm>
              <a:off x="8951214" y="3947979"/>
              <a:ext cx="4375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N-1</a:t>
              </a:r>
            </a:p>
          </p:txBody>
        </p: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65A76D33-5130-2D9C-40A4-9D5A737964CB}"/>
                </a:ext>
              </a:extLst>
            </p:cNvPr>
            <p:cNvSpPr txBox="1"/>
            <p:nvPr/>
          </p:nvSpPr>
          <p:spPr>
            <a:xfrm>
              <a:off x="4272479" y="3959168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E5AF29D7-1F16-BD3A-6EDF-62A7A8C0FAB3}"/>
                </a:ext>
              </a:extLst>
            </p:cNvPr>
            <p:cNvSpPr/>
            <p:nvPr/>
          </p:nvSpPr>
          <p:spPr>
            <a:xfrm>
              <a:off x="4265175" y="1705565"/>
              <a:ext cx="252095" cy="25209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783DCFFC-405C-3157-3082-E41C56E2C569}"/>
                </a:ext>
              </a:extLst>
            </p:cNvPr>
            <p:cNvSpPr txBox="1"/>
            <p:nvPr/>
          </p:nvSpPr>
          <p:spPr>
            <a:xfrm>
              <a:off x="4272479" y="1696270"/>
              <a:ext cx="247015" cy="268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13" name="圆角矩形 36">
              <a:extLst>
                <a:ext uri="{FF2B5EF4-FFF2-40B4-BE49-F238E27FC236}">
                  <a16:creationId xmlns:a16="http://schemas.microsoft.com/office/drawing/2014/main" id="{231B7E9B-D1E8-299A-5B8A-F06EBEC45BC4}"/>
                </a:ext>
              </a:extLst>
            </p:cNvPr>
            <p:cNvSpPr/>
            <p:nvPr/>
          </p:nvSpPr>
          <p:spPr>
            <a:xfrm>
              <a:off x="5896822" y="170198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4" name="圆角矩形 37">
              <a:extLst>
                <a:ext uri="{FF2B5EF4-FFF2-40B4-BE49-F238E27FC236}">
                  <a16:creationId xmlns:a16="http://schemas.microsoft.com/office/drawing/2014/main" id="{DB2E21BF-811F-FE01-7B75-3F60DACB0C0E}"/>
                </a:ext>
              </a:extLst>
            </p:cNvPr>
            <p:cNvSpPr/>
            <p:nvPr/>
          </p:nvSpPr>
          <p:spPr>
            <a:xfrm>
              <a:off x="5896822" y="3965124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B97845F4-5E2C-5B97-5D61-411C0DA4C07B}"/>
                </a:ext>
              </a:extLst>
            </p:cNvPr>
            <p:cNvSpPr txBox="1"/>
            <p:nvPr/>
          </p:nvSpPr>
          <p:spPr>
            <a:xfrm>
              <a:off x="5779010" y="1699444"/>
              <a:ext cx="492292" cy="2692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N-4</a:t>
              </a:r>
            </a:p>
          </p:txBody>
        </p: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B90BC4F4-467A-F859-7668-5AE80A6B6E4B}"/>
                </a:ext>
              </a:extLst>
            </p:cNvPr>
            <p:cNvSpPr txBox="1"/>
            <p:nvPr/>
          </p:nvSpPr>
          <p:spPr>
            <a:xfrm>
              <a:off x="5779010" y="3966394"/>
              <a:ext cx="492292" cy="2692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N-4</a:t>
              </a:r>
            </a:p>
          </p:txBody>
        </p:sp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E6A07B82-2B7B-2A91-6F66-70F0CA5C75F0}"/>
                </a:ext>
              </a:extLst>
            </p:cNvPr>
            <p:cNvGrpSpPr/>
            <p:nvPr/>
          </p:nvGrpSpPr>
          <p:grpSpPr>
            <a:xfrm flipH="1">
              <a:off x="6148541" y="1959541"/>
              <a:ext cx="628361" cy="1999817"/>
              <a:chOff x="1563" y="1791"/>
              <a:chExt cx="1267" cy="3156"/>
            </a:xfrm>
            <a:solidFill>
              <a:schemeClr val="tx1"/>
            </a:solidFill>
          </p:grpSpPr>
          <p:cxnSp>
            <p:nvCxnSpPr>
              <p:cNvPr id="242" name="直接连接符 241">
                <a:extLst>
                  <a:ext uri="{FF2B5EF4-FFF2-40B4-BE49-F238E27FC236}">
                    <a16:creationId xmlns:a16="http://schemas.microsoft.com/office/drawing/2014/main" id="{0EA22C37-52EA-E507-E5DC-E62C99930495}"/>
                  </a:ext>
                </a:extLst>
              </p:cNvPr>
              <p:cNvCxnSpPr/>
              <p:nvPr/>
            </p:nvCxnSpPr>
            <p:spPr>
              <a:xfrm flipV="1">
                <a:off x="1882" y="1791"/>
                <a:ext cx="948" cy="2293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3" name="直接连接符 242">
                <a:extLst>
                  <a:ext uri="{FF2B5EF4-FFF2-40B4-BE49-F238E27FC236}">
                    <a16:creationId xmlns:a16="http://schemas.microsoft.com/office/drawing/2014/main" id="{E2E12B8F-199F-36B2-DA9B-3BE97EC9C322}"/>
                  </a:ext>
                </a:extLst>
              </p:cNvPr>
              <p:cNvCxnSpPr/>
              <p:nvPr/>
            </p:nvCxnSpPr>
            <p:spPr>
              <a:xfrm>
                <a:off x="1563" y="2814"/>
                <a:ext cx="827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4" name="直接连接符 243">
                <a:extLst>
                  <a:ext uri="{FF2B5EF4-FFF2-40B4-BE49-F238E27FC236}">
                    <a16:creationId xmlns:a16="http://schemas.microsoft.com/office/drawing/2014/main" id="{C6502BC9-CCCC-1BEF-048C-6D4F5844CDC0}"/>
                  </a:ext>
                </a:extLst>
              </p:cNvPr>
              <p:cNvCxnSpPr/>
              <p:nvPr/>
            </p:nvCxnSpPr>
            <p:spPr>
              <a:xfrm>
                <a:off x="1563" y="4084"/>
                <a:ext cx="865" cy="0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>
                <a:extLst>
                  <a:ext uri="{FF2B5EF4-FFF2-40B4-BE49-F238E27FC236}">
                    <a16:creationId xmlns:a16="http://schemas.microsoft.com/office/drawing/2014/main" id="{3DD09607-C8B4-A42E-7746-64564121958F}"/>
                  </a:ext>
                </a:extLst>
              </p:cNvPr>
              <p:cNvCxnSpPr/>
              <p:nvPr/>
            </p:nvCxnSpPr>
            <p:spPr>
              <a:xfrm flipH="1" flipV="1">
                <a:off x="1871" y="2819"/>
                <a:ext cx="950" cy="2128"/>
              </a:xfrm>
              <a:prstGeom prst="line">
                <a:avLst/>
              </a:prstGeom>
              <a:grpFill/>
              <a:ln w="19050" cap="rnd">
                <a:solidFill>
                  <a:schemeClr val="tx1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9A21DDFF-E63A-4E5B-E14A-058D04CE38C5}"/>
                </a:ext>
              </a:extLst>
            </p:cNvPr>
            <p:cNvSpPr/>
            <p:nvPr/>
          </p:nvSpPr>
          <p:spPr>
            <a:xfrm>
              <a:off x="7962183" y="3848677"/>
              <a:ext cx="2356553" cy="467208"/>
            </a:xfrm>
            <a:prstGeom prst="rect">
              <a:avLst/>
            </a:prstGeom>
            <a:noFill/>
            <a:ln w="19050"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C8D8EDC6-5389-76E9-EA1B-CB57A74B86DD}"/>
                </a:ext>
              </a:extLst>
            </p:cNvPr>
            <p:cNvSpPr/>
            <p:nvPr/>
          </p:nvSpPr>
          <p:spPr>
            <a:xfrm>
              <a:off x="5837374" y="3848677"/>
              <a:ext cx="1384311" cy="467208"/>
            </a:xfrm>
            <a:prstGeom prst="rect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D50E36EF-37CD-3F55-996D-9B9C4730671C}"/>
                </a:ext>
              </a:extLst>
            </p:cNvPr>
            <p:cNvCxnSpPr/>
            <p:nvPr/>
          </p:nvCxnSpPr>
          <p:spPr>
            <a:xfrm>
              <a:off x="4391222" y="3799117"/>
              <a:ext cx="1726666" cy="0"/>
            </a:xfrm>
            <a:prstGeom prst="line">
              <a:avLst/>
            </a:prstGeom>
            <a:ln w="25400">
              <a:solidFill>
                <a:srgbClr val="7030A0"/>
              </a:solidFill>
              <a:prstDash val="dash"/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箭头连接符 220">
              <a:extLst>
                <a:ext uri="{FF2B5EF4-FFF2-40B4-BE49-F238E27FC236}">
                  <a16:creationId xmlns:a16="http://schemas.microsoft.com/office/drawing/2014/main" id="{B30CAB12-A761-7ACC-1C0E-93E969CD76E7}"/>
                </a:ext>
              </a:extLst>
            </p:cNvPr>
            <p:cNvCxnSpPr/>
            <p:nvPr/>
          </p:nvCxnSpPr>
          <p:spPr>
            <a:xfrm flipV="1">
              <a:off x="6117888" y="3319652"/>
              <a:ext cx="180167" cy="482561"/>
            </a:xfrm>
            <a:prstGeom prst="straightConnector1">
              <a:avLst/>
            </a:prstGeom>
            <a:ln w="25400">
              <a:solidFill>
                <a:srgbClr val="7030A0"/>
              </a:solidFill>
              <a:prstDash val="dash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2" name="组合 221">
              <a:extLst>
                <a:ext uri="{FF2B5EF4-FFF2-40B4-BE49-F238E27FC236}">
                  <a16:creationId xmlns:a16="http://schemas.microsoft.com/office/drawing/2014/main" id="{DAA59FBA-A66F-9E4E-2375-4B52C1A40A12}"/>
                </a:ext>
              </a:extLst>
            </p:cNvPr>
            <p:cNvGrpSpPr/>
            <p:nvPr/>
          </p:nvGrpSpPr>
          <p:grpSpPr>
            <a:xfrm flipH="1">
              <a:off x="2237290" y="3221539"/>
              <a:ext cx="1805160" cy="577850"/>
              <a:chOff x="9307" y="294"/>
              <a:chExt cx="2781" cy="910"/>
            </a:xfrm>
          </p:grpSpPr>
          <p:cxnSp>
            <p:nvCxnSpPr>
              <p:cNvPr id="240" name="直接箭头连接符 239">
                <a:extLst>
                  <a:ext uri="{FF2B5EF4-FFF2-40B4-BE49-F238E27FC236}">
                    <a16:creationId xmlns:a16="http://schemas.microsoft.com/office/drawing/2014/main" id="{C679AF9F-BDAF-2BFA-BB1C-F8C5131971E5}"/>
                  </a:ext>
                </a:extLst>
              </p:cNvPr>
              <p:cNvCxnSpPr/>
              <p:nvPr/>
            </p:nvCxnSpPr>
            <p:spPr>
              <a:xfrm flipH="1">
                <a:off x="10174" y="1192"/>
                <a:ext cx="1567" cy="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CE7D2F75-883F-6A08-8F92-46C8DE9E1B0B}"/>
                  </a:ext>
                </a:extLst>
              </p:cNvPr>
              <p:cNvSpPr txBox="1"/>
              <p:nvPr/>
            </p:nvSpPr>
            <p:spPr>
              <a:xfrm>
                <a:off x="9307" y="294"/>
                <a:ext cx="2781" cy="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upwrad direction</a:t>
                </a:r>
              </a:p>
            </p:txBody>
          </p:sp>
        </p:grpSp>
        <p:grpSp>
          <p:nvGrpSpPr>
            <p:cNvPr id="223" name="组合 222">
              <a:extLst>
                <a:ext uri="{FF2B5EF4-FFF2-40B4-BE49-F238E27FC236}">
                  <a16:creationId xmlns:a16="http://schemas.microsoft.com/office/drawing/2014/main" id="{07E81CBD-9A7C-4696-89B3-CE2448EBC182}"/>
                </a:ext>
              </a:extLst>
            </p:cNvPr>
            <p:cNvGrpSpPr/>
            <p:nvPr/>
          </p:nvGrpSpPr>
          <p:grpSpPr>
            <a:xfrm>
              <a:off x="2110065" y="2032184"/>
              <a:ext cx="2093363" cy="338455"/>
              <a:chOff x="9686" y="697"/>
              <a:chExt cx="3225" cy="533"/>
            </a:xfrm>
          </p:grpSpPr>
          <p:cxnSp>
            <p:nvCxnSpPr>
              <p:cNvPr id="238" name="直接箭头连接符 237">
                <a:extLst>
                  <a:ext uri="{FF2B5EF4-FFF2-40B4-BE49-F238E27FC236}">
                    <a16:creationId xmlns:a16="http://schemas.microsoft.com/office/drawing/2014/main" id="{C91EEF11-353E-0E07-24A0-62AE14DE6739}"/>
                  </a:ext>
                </a:extLst>
              </p:cNvPr>
              <p:cNvCxnSpPr/>
              <p:nvPr/>
            </p:nvCxnSpPr>
            <p:spPr>
              <a:xfrm flipH="1">
                <a:off x="10174" y="1192"/>
                <a:ext cx="1567" cy="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82F4360C-77C7-2662-CD2A-D4CEA6193B51}"/>
                  </a:ext>
                </a:extLst>
              </p:cNvPr>
              <p:cNvSpPr txBox="1"/>
              <p:nvPr/>
            </p:nvSpPr>
            <p:spPr>
              <a:xfrm>
                <a:off x="9686" y="697"/>
                <a:ext cx="3225" cy="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downwrad direction</a:t>
                </a:r>
              </a:p>
            </p:txBody>
          </p:sp>
        </p:grpSp>
        <p:cxnSp>
          <p:nvCxnSpPr>
            <p:cNvPr id="224" name="直接箭头连接符 223">
              <a:extLst>
                <a:ext uri="{FF2B5EF4-FFF2-40B4-BE49-F238E27FC236}">
                  <a16:creationId xmlns:a16="http://schemas.microsoft.com/office/drawing/2014/main" id="{D8E7409A-8AF7-DA71-32CE-BAD787CDB365}"/>
                </a:ext>
              </a:extLst>
            </p:cNvPr>
            <p:cNvCxnSpPr/>
            <p:nvPr/>
          </p:nvCxnSpPr>
          <p:spPr>
            <a:xfrm>
              <a:off x="1069793" y="5308733"/>
              <a:ext cx="646430" cy="0"/>
            </a:xfrm>
            <a:prstGeom prst="straightConnector1">
              <a:avLst/>
            </a:prstGeom>
            <a:ln w="25400">
              <a:solidFill>
                <a:srgbClr val="7030A0"/>
              </a:solidFill>
              <a:prstDash val="dash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文本框 224">
              <a:extLst>
                <a:ext uri="{FF2B5EF4-FFF2-40B4-BE49-F238E27FC236}">
                  <a16:creationId xmlns:a16="http://schemas.microsoft.com/office/drawing/2014/main" id="{7C0446D8-1B02-CAC8-A829-A177A9959115}"/>
                </a:ext>
              </a:extLst>
            </p:cNvPr>
            <p:cNvSpPr txBox="1"/>
            <p:nvPr/>
          </p:nvSpPr>
          <p:spPr>
            <a:xfrm flipH="1">
              <a:off x="1537253" y="5043814"/>
              <a:ext cx="20650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 Turnaround Decision</a:t>
              </a:r>
            </a:p>
          </p:txBody>
        </p:sp>
        <p:sp>
          <p:nvSpPr>
            <p:cNvPr id="226" name="圆角矩形 36">
              <a:extLst>
                <a:ext uri="{FF2B5EF4-FFF2-40B4-BE49-F238E27FC236}">
                  <a16:creationId xmlns:a16="http://schemas.microsoft.com/office/drawing/2014/main" id="{72C103D6-E0F5-F4F7-337D-71B4C904B7CF}"/>
                </a:ext>
              </a:extLst>
            </p:cNvPr>
            <p:cNvSpPr/>
            <p:nvPr/>
          </p:nvSpPr>
          <p:spPr>
            <a:xfrm>
              <a:off x="3610476" y="5182686"/>
              <a:ext cx="252095" cy="25209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2F4CAECB-9B85-0199-7AA1-6F7219ED4A54}"/>
                </a:ext>
              </a:extLst>
            </p:cNvPr>
            <p:cNvSpPr txBox="1"/>
            <p:nvPr/>
          </p:nvSpPr>
          <p:spPr>
            <a:xfrm>
              <a:off x="4005130" y="5039613"/>
              <a:ext cx="1628775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Turnaround station</a:t>
              </a:r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84B75682-0A85-018A-611A-74706FD7AD3E}"/>
                </a:ext>
              </a:extLst>
            </p:cNvPr>
            <p:cNvSpPr/>
            <p:nvPr/>
          </p:nvSpPr>
          <p:spPr>
            <a:xfrm>
              <a:off x="5333446" y="5190306"/>
              <a:ext cx="796925" cy="300990"/>
            </a:xfrm>
            <a:prstGeom prst="rect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29" name="图片 228">
              <a:extLst>
                <a:ext uri="{FF2B5EF4-FFF2-40B4-BE49-F238E27FC236}">
                  <a16:creationId xmlns:a16="http://schemas.microsoft.com/office/drawing/2014/main" id="{A0DCF413-DCED-576B-A616-2807CE81F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5373451" y="5246821"/>
              <a:ext cx="336550" cy="187960"/>
            </a:xfrm>
            <a:prstGeom prst="rect">
              <a:avLst/>
            </a:prstGeom>
          </p:spPr>
        </p:pic>
        <p:pic>
          <p:nvPicPr>
            <p:cNvPr id="230" name="图片 229">
              <a:extLst>
                <a:ext uri="{FF2B5EF4-FFF2-40B4-BE49-F238E27FC236}">
                  <a16:creationId xmlns:a16="http://schemas.microsoft.com/office/drawing/2014/main" id="{992DDE03-BBAB-B2DB-7893-23EB33083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5740481" y="5246821"/>
              <a:ext cx="336550" cy="187960"/>
            </a:xfrm>
            <a:prstGeom prst="rect">
              <a:avLst/>
            </a:prstGeom>
          </p:spPr>
        </p:pic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856C98A4-FF82-072C-41EA-98F7D9917CC3}"/>
                </a:ext>
              </a:extLst>
            </p:cNvPr>
            <p:cNvSpPr/>
            <p:nvPr/>
          </p:nvSpPr>
          <p:spPr>
            <a:xfrm>
              <a:off x="9771833" y="5156016"/>
              <a:ext cx="685165" cy="335280"/>
            </a:xfrm>
            <a:prstGeom prst="rect">
              <a:avLst/>
            </a:prstGeom>
            <a:pattFill prst="wdUpDiag">
              <a:fgClr>
                <a:schemeClr val="accent6"/>
              </a:fgClr>
              <a:bgClr>
                <a:schemeClr val="bg1"/>
              </a:bgClr>
            </a:patt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232" name="禁止符 231">
              <a:extLst>
                <a:ext uri="{FF2B5EF4-FFF2-40B4-BE49-F238E27FC236}">
                  <a16:creationId xmlns:a16="http://schemas.microsoft.com/office/drawing/2014/main" id="{CB728289-AFD8-3894-229B-60E40FE23EB9}"/>
                </a:ext>
              </a:extLst>
            </p:cNvPr>
            <p:cNvSpPr/>
            <p:nvPr/>
          </p:nvSpPr>
          <p:spPr>
            <a:xfrm>
              <a:off x="9977573" y="5189671"/>
              <a:ext cx="273685" cy="273685"/>
            </a:xfrm>
            <a:prstGeom prst="noSmoking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9FD1584A-D529-B541-D380-E471E5928A11}"/>
                </a:ext>
              </a:extLst>
            </p:cNvPr>
            <p:cNvSpPr/>
            <p:nvPr/>
          </p:nvSpPr>
          <p:spPr>
            <a:xfrm>
              <a:off x="7347512" y="5189671"/>
              <a:ext cx="471805" cy="295275"/>
            </a:xfrm>
            <a:prstGeom prst="rect">
              <a:avLst/>
            </a:prstGeom>
            <a:noFill/>
            <a:ln w="19050"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67C68ED3-44BD-2902-3DF4-8A5B14BE846A}"/>
                </a:ext>
              </a:extLst>
            </p:cNvPr>
            <p:cNvSpPr/>
            <p:nvPr/>
          </p:nvSpPr>
          <p:spPr>
            <a:xfrm>
              <a:off x="7504992" y="5261426"/>
              <a:ext cx="156845" cy="15684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08FC87CB-F89C-391E-744B-1D45770DA950}"/>
                </a:ext>
              </a:extLst>
            </p:cNvPr>
            <p:cNvSpPr txBox="1"/>
            <p:nvPr/>
          </p:nvSpPr>
          <p:spPr>
            <a:xfrm>
              <a:off x="6231336" y="5055125"/>
              <a:ext cx="1210945" cy="24701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Queuing Trains</a:t>
              </a:r>
            </a:p>
          </p:txBody>
        </p:sp>
        <p:sp>
          <p:nvSpPr>
            <p:cNvPr id="236" name="文本框 235">
              <a:extLst>
                <a:ext uri="{FF2B5EF4-FFF2-40B4-BE49-F238E27FC236}">
                  <a16:creationId xmlns:a16="http://schemas.microsoft.com/office/drawing/2014/main" id="{B826A77C-341D-EFE0-22E6-94B0EFD67864}"/>
                </a:ext>
              </a:extLst>
            </p:cNvPr>
            <p:cNvSpPr txBox="1"/>
            <p:nvPr/>
          </p:nvSpPr>
          <p:spPr>
            <a:xfrm>
              <a:off x="8077127" y="5036635"/>
              <a:ext cx="1870075" cy="247015"/>
            </a:xfrm>
            <a:prstGeom prst="rect">
              <a:avLst/>
            </a:prstGeom>
          </p:spPr>
          <p:txBody>
            <a:bodyPr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Affected Downstream Area</a:t>
              </a:r>
            </a:p>
          </p:txBody>
        </p: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257B2D88-C63A-0FF0-9D10-E88BCE624F04}"/>
                </a:ext>
              </a:extLst>
            </p:cNvPr>
            <p:cNvSpPr txBox="1"/>
            <p:nvPr/>
          </p:nvSpPr>
          <p:spPr>
            <a:xfrm>
              <a:off x="10604318" y="5051240"/>
              <a:ext cx="1432560" cy="250190"/>
            </a:xfrm>
            <a:prstGeom prst="rect">
              <a:avLst/>
            </a:prstGeom>
          </p:spPr>
          <p:txBody>
            <a:bodyPr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Disrupted Section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483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26C465E-CEDC-785A-B6A9-3B813984A3F6}"/>
              </a:ext>
            </a:extLst>
          </p:cNvPr>
          <p:cNvGrpSpPr/>
          <p:nvPr/>
        </p:nvGrpSpPr>
        <p:grpSpPr>
          <a:xfrm>
            <a:off x="0" y="109210"/>
            <a:ext cx="13673596" cy="6471089"/>
            <a:chOff x="0" y="109210"/>
            <a:chExt cx="13673596" cy="647108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55ADF26-50C8-B080-0580-ADB70566695B}"/>
                </a:ext>
              </a:extLst>
            </p:cNvPr>
            <p:cNvSpPr/>
            <p:nvPr/>
          </p:nvSpPr>
          <p:spPr>
            <a:xfrm>
              <a:off x="1" y="2570392"/>
              <a:ext cx="6424930" cy="40099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A613899-9780-8F64-4800-C80A8902BE19}"/>
                </a:ext>
              </a:extLst>
            </p:cNvPr>
            <p:cNvSpPr/>
            <p:nvPr/>
          </p:nvSpPr>
          <p:spPr>
            <a:xfrm>
              <a:off x="1060733" y="290271"/>
              <a:ext cx="1402020" cy="39794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原始运行图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A188ADC-7AB4-4A11-4AF3-CEF26271A0FF}"/>
                </a:ext>
              </a:extLst>
            </p:cNvPr>
            <p:cNvSpPr/>
            <p:nvPr/>
          </p:nvSpPr>
          <p:spPr>
            <a:xfrm>
              <a:off x="2755447" y="300218"/>
              <a:ext cx="1402020" cy="378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初始参数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F8C68BF-F248-B48C-C162-544CCD410475}"/>
                </a:ext>
              </a:extLst>
            </p:cNvPr>
            <p:cNvSpPr/>
            <p:nvPr/>
          </p:nvSpPr>
          <p:spPr>
            <a:xfrm>
              <a:off x="4450161" y="290364"/>
              <a:ext cx="1402020" cy="38448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中断设定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0E2409F-96E0-960B-D72C-E33C249E4118}"/>
                </a:ext>
              </a:extLst>
            </p:cNvPr>
            <p:cNvSpPr/>
            <p:nvPr/>
          </p:nvSpPr>
          <p:spPr>
            <a:xfrm>
              <a:off x="3808098" y="1098104"/>
              <a:ext cx="1001485" cy="2156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奖惩反馈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9" name="连接符: 肘形 8">
              <a:extLst>
                <a:ext uri="{FF2B5EF4-FFF2-40B4-BE49-F238E27FC236}">
                  <a16:creationId xmlns:a16="http://schemas.microsoft.com/office/drawing/2014/main" id="{AF8841DF-F3AF-7067-FD15-8B4023AF720B}"/>
                </a:ext>
              </a:extLst>
            </p:cNvPr>
            <p:cNvCxnSpPr>
              <a:stCxn id="4" idx="2"/>
              <a:endCxn id="17" idx="0"/>
            </p:cNvCxnSpPr>
            <p:nvPr/>
          </p:nvCxnSpPr>
          <p:spPr>
            <a:xfrm rot="16200000" flipH="1">
              <a:off x="1982989" y="466966"/>
              <a:ext cx="409892" cy="852384"/>
            </a:xfrm>
            <a:prstGeom prst="bentConnector3">
              <a:avLst>
                <a:gd name="adj1" fmla="val 48838"/>
              </a:avLst>
            </a:prstGeom>
            <a:ln w="9525">
              <a:solidFill>
                <a:schemeClr val="accent1"/>
              </a:solidFill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连接符: 肘形 9">
              <a:extLst>
                <a:ext uri="{FF2B5EF4-FFF2-40B4-BE49-F238E27FC236}">
                  <a16:creationId xmlns:a16="http://schemas.microsoft.com/office/drawing/2014/main" id="{137423E6-42AD-A9D5-3DA5-CEACF5B0CC15}"/>
                </a:ext>
              </a:extLst>
            </p:cNvPr>
            <p:cNvCxnSpPr>
              <a:stCxn id="6" idx="2"/>
              <a:endCxn id="8" idx="0"/>
            </p:cNvCxnSpPr>
            <p:nvPr/>
          </p:nvCxnSpPr>
          <p:spPr>
            <a:xfrm rot="16200000" flipH="1">
              <a:off x="3672730" y="461993"/>
              <a:ext cx="419838" cy="852384"/>
            </a:xfrm>
            <a:prstGeom prst="bentConnector3">
              <a:avLst/>
            </a:prstGeom>
            <a:ln w="9525">
              <a:solidFill>
                <a:schemeClr val="accent1"/>
              </a:solidFill>
              <a:headEnd type="none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肘形连接符 1">
              <a:extLst>
                <a:ext uri="{FF2B5EF4-FFF2-40B4-BE49-F238E27FC236}">
                  <a16:creationId xmlns:a16="http://schemas.microsoft.com/office/drawing/2014/main" id="{418C1B21-52B5-326C-0FC6-C7C081F9582E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 rot="5400000">
              <a:off x="4518379" y="465312"/>
              <a:ext cx="423254" cy="842330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accent1"/>
              </a:solidFill>
              <a:headEnd type="none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8DD588D-9E23-4E86-2E35-D63DB4E002B9}"/>
                </a:ext>
              </a:extLst>
            </p:cNvPr>
            <p:cNvSpPr/>
            <p:nvPr/>
          </p:nvSpPr>
          <p:spPr>
            <a:xfrm>
              <a:off x="0" y="109210"/>
              <a:ext cx="13673595" cy="1302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135B12E-0D70-8EB0-10CA-9F0FA0E5A1BA}"/>
                </a:ext>
              </a:extLst>
            </p:cNvPr>
            <p:cNvSpPr/>
            <p:nvPr/>
          </p:nvSpPr>
          <p:spPr>
            <a:xfrm>
              <a:off x="586968" y="4044446"/>
              <a:ext cx="3136136" cy="278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Transformer</a:t>
              </a:r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状态层网络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D3D0A15-4E79-55E6-F360-D6B3BF72BBE8}"/>
                </a:ext>
              </a:extLst>
            </p:cNvPr>
            <p:cNvSpPr/>
            <p:nvPr/>
          </p:nvSpPr>
          <p:spPr>
            <a:xfrm>
              <a:off x="586968" y="4573127"/>
              <a:ext cx="1388156" cy="2780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连续动作网络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D8BE440-DDB5-43E5-726D-1CC127345732}"/>
                </a:ext>
              </a:extLst>
            </p:cNvPr>
            <p:cNvSpPr/>
            <p:nvPr/>
          </p:nvSpPr>
          <p:spPr>
            <a:xfrm>
              <a:off x="2334949" y="4573127"/>
              <a:ext cx="1388155" cy="278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离散动作网络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1354158-76C9-1189-1322-6DA009A1C65C}"/>
                </a:ext>
              </a:extLst>
            </p:cNvPr>
            <p:cNvSpPr/>
            <p:nvPr/>
          </p:nvSpPr>
          <p:spPr>
            <a:xfrm>
              <a:off x="4680436" y="4472927"/>
              <a:ext cx="1073932" cy="4784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评价者网络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73B851F-5933-57C1-255B-C46CAA26DE73}"/>
                </a:ext>
              </a:extLst>
            </p:cNvPr>
            <p:cNvSpPr/>
            <p:nvPr/>
          </p:nvSpPr>
          <p:spPr>
            <a:xfrm>
              <a:off x="2338967" y="1098104"/>
              <a:ext cx="550319" cy="2156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状态</a:t>
              </a:r>
            </a:p>
          </p:txBody>
        </p:sp>
        <p:cxnSp>
          <p:nvCxnSpPr>
            <p:cNvPr id="18" name="肘形连接符 1">
              <a:extLst>
                <a:ext uri="{FF2B5EF4-FFF2-40B4-BE49-F238E27FC236}">
                  <a16:creationId xmlns:a16="http://schemas.microsoft.com/office/drawing/2014/main" id="{25253BB8-F9C2-CEBD-7581-0D522F5E9EED}"/>
                </a:ext>
              </a:extLst>
            </p:cNvPr>
            <p:cNvCxnSpPr>
              <a:stCxn id="6" idx="2"/>
              <a:endCxn id="17" idx="0"/>
            </p:cNvCxnSpPr>
            <p:nvPr/>
          </p:nvCxnSpPr>
          <p:spPr>
            <a:xfrm rot="5400000">
              <a:off x="2825373" y="467020"/>
              <a:ext cx="419838" cy="842330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accent1"/>
              </a:solidFill>
              <a:headEnd type="none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0587955-802A-4D91-9FDC-791D18186F30}"/>
                </a:ext>
              </a:extLst>
            </p:cNvPr>
            <p:cNvSpPr/>
            <p:nvPr/>
          </p:nvSpPr>
          <p:spPr>
            <a:xfrm>
              <a:off x="12230037" y="357303"/>
              <a:ext cx="483745" cy="221026"/>
            </a:xfrm>
            <a:prstGeom prst="rect">
              <a:avLst/>
            </a:prstGeom>
            <a:pattFill prst="wdUpDiag">
              <a:fgClr>
                <a:schemeClr val="accent6"/>
              </a:fgClr>
              <a:bgClr>
                <a:schemeClr val="bg1"/>
              </a:bgClr>
            </a:patt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AEDAA18-6AAA-4458-61B0-0F20F1F65819}"/>
                </a:ext>
              </a:extLst>
            </p:cNvPr>
            <p:cNvSpPr/>
            <p:nvPr/>
          </p:nvSpPr>
          <p:spPr>
            <a:xfrm>
              <a:off x="12687525" y="334448"/>
              <a:ext cx="878728" cy="2265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blocking interval</a:t>
              </a:r>
              <a:endPara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圆角矩形 34">
              <a:extLst>
                <a:ext uri="{FF2B5EF4-FFF2-40B4-BE49-F238E27FC236}">
                  <a16:creationId xmlns:a16="http://schemas.microsoft.com/office/drawing/2014/main" id="{58779EC4-26AA-E308-D4DB-63EEA226AB71}"/>
                </a:ext>
              </a:extLst>
            </p:cNvPr>
            <p:cNvSpPr/>
            <p:nvPr/>
          </p:nvSpPr>
          <p:spPr>
            <a:xfrm>
              <a:off x="12445809" y="710479"/>
              <a:ext cx="241548" cy="258687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747738F-6DC2-E67F-B111-BAB440ADA23A}"/>
                </a:ext>
              </a:extLst>
            </p:cNvPr>
            <p:cNvSpPr/>
            <p:nvPr/>
          </p:nvSpPr>
          <p:spPr>
            <a:xfrm>
              <a:off x="12687357" y="730269"/>
              <a:ext cx="745512" cy="2265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return station</a:t>
              </a:r>
              <a:endPara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禁止符 22">
              <a:extLst>
                <a:ext uri="{FF2B5EF4-FFF2-40B4-BE49-F238E27FC236}">
                  <a16:creationId xmlns:a16="http://schemas.microsoft.com/office/drawing/2014/main" id="{10DF4A23-5EC7-71E5-5D21-9F7887A0A54E}"/>
                </a:ext>
              </a:extLst>
            </p:cNvPr>
            <p:cNvSpPr/>
            <p:nvPr/>
          </p:nvSpPr>
          <p:spPr>
            <a:xfrm>
              <a:off x="12388330" y="384708"/>
              <a:ext cx="167157" cy="168473"/>
            </a:xfrm>
            <a:prstGeom prst="noSmoking">
              <a:avLst>
                <a:gd name="adj" fmla="val 7254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24" name="箭头: 下 24">
              <a:extLst>
                <a:ext uri="{FF2B5EF4-FFF2-40B4-BE49-F238E27FC236}">
                  <a16:creationId xmlns:a16="http://schemas.microsoft.com/office/drawing/2014/main" id="{49473BF9-DABE-246F-3A47-BADDF600EC08}"/>
                </a:ext>
              </a:extLst>
            </p:cNvPr>
            <p:cNvSpPr/>
            <p:nvPr/>
          </p:nvSpPr>
          <p:spPr>
            <a:xfrm>
              <a:off x="2990701" y="1547539"/>
              <a:ext cx="860413" cy="484505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4DDADDC-C7C9-02AC-4109-D9505A1E3EE5}"/>
                </a:ext>
              </a:extLst>
            </p:cNvPr>
            <p:cNvSpPr/>
            <p:nvPr/>
          </p:nvSpPr>
          <p:spPr>
            <a:xfrm>
              <a:off x="992697" y="192607"/>
              <a:ext cx="5062007" cy="5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箭头: 下 24">
              <a:extLst>
                <a:ext uri="{FF2B5EF4-FFF2-40B4-BE49-F238E27FC236}">
                  <a16:creationId xmlns:a16="http://schemas.microsoft.com/office/drawing/2014/main" id="{243436C5-7E47-CC0F-53DB-C6CB34EE2F80}"/>
                </a:ext>
              </a:extLst>
            </p:cNvPr>
            <p:cNvSpPr/>
            <p:nvPr/>
          </p:nvSpPr>
          <p:spPr>
            <a:xfrm rot="16200000">
              <a:off x="6604041" y="441703"/>
              <a:ext cx="423255" cy="431725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7" name="连接符: 肘形 26">
              <a:extLst>
                <a:ext uri="{FF2B5EF4-FFF2-40B4-BE49-F238E27FC236}">
                  <a16:creationId xmlns:a16="http://schemas.microsoft.com/office/drawing/2014/main" id="{ABF52F9C-C2D6-A263-CB4A-91DBE69FC35E}"/>
                </a:ext>
              </a:extLst>
            </p:cNvPr>
            <p:cNvCxnSpPr>
              <a:stCxn id="13" idx="2"/>
              <a:endCxn id="14" idx="0"/>
            </p:cNvCxnSpPr>
            <p:nvPr/>
          </p:nvCxnSpPr>
          <p:spPr>
            <a:xfrm rot="5400000">
              <a:off x="1592743" y="4010833"/>
              <a:ext cx="250597" cy="873990"/>
            </a:xfrm>
            <a:prstGeom prst="bent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连接符: 肘形 27">
              <a:extLst>
                <a:ext uri="{FF2B5EF4-FFF2-40B4-BE49-F238E27FC236}">
                  <a16:creationId xmlns:a16="http://schemas.microsoft.com/office/drawing/2014/main" id="{8E963731-467B-172C-2199-27A478F16843}"/>
                </a:ext>
              </a:extLst>
            </p:cNvPr>
            <p:cNvCxnSpPr>
              <a:stCxn id="13" idx="2"/>
              <a:endCxn id="15" idx="0"/>
            </p:cNvCxnSpPr>
            <p:nvPr/>
          </p:nvCxnSpPr>
          <p:spPr>
            <a:xfrm rot="16200000" flipH="1">
              <a:off x="2466733" y="4010832"/>
              <a:ext cx="250597" cy="873991"/>
            </a:xfrm>
            <a:prstGeom prst="bent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连接符: 肘形 28">
              <a:extLst>
                <a:ext uri="{FF2B5EF4-FFF2-40B4-BE49-F238E27FC236}">
                  <a16:creationId xmlns:a16="http://schemas.microsoft.com/office/drawing/2014/main" id="{897092C0-FAB6-2918-140B-0559706ED7F9}"/>
                </a:ext>
              </a:extLst>
            </p:cNvPr>
            <p:cNvCxnSpPr>
              <a:stCxn id="14" idx="2"/>
              <a:endCxn id="16" idx="2"/>
            </p:cNvCxnSpPr>
            <p:nvPr/>
          </p:nvCxnSpPr>
          <p:spPr>
            <a:xfrm rot="16200000" flipH="1">
              <a:off x="3199125" y="2933133"/>
              <a:ext cx="100199" cy="3936356"/>
            </a:xfrm>
            <a:prstGeom prst="bentConnector3">
              <a:avLst>
                <a:gd name="adj1" fmla="val 328146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连接符: 肘形 31">
              <a:extLst>
                <a:ext uri="{FF2B5EF4-FFF2-40B4-BE49-F238E27FC236}">
                  <a16:creationId xmlns:a16="http://schemas.microsoft.com/office/drawing/2014/main" id="{BED523E5-2F6D-5DE7-9B13-FEAEAE079FCA}"/>
                </a:ext>
              </a:extLst>
            </p:cNvPr>
            <p:cNvCxnSpPr>
              <a:stCxn id="15" idx="2"/>
              <a:endCxn id="16" idx="2"/>
            </p:cNvCxnSpPr>
            <p:nvPr/>
          </p:nvCxnSpPr>
          <p:spPr>
            <a:xfrm rot="16200000" flipH="1">
              <a:off x="4073114" y="3807123"/>
              <a:ext cx="100200" cy="2188375"/>
            </a:xfrm>
            <a:prstGeom prst="bentConnector3">
              <a:avLst>
                <a:gd name="adj1" fmla="val 328144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连接符: 肘形 33">
              <a:extLst>
                <a:ext uri="{FF2B5EF4-FFF2-40B4-BE49-F238E27FC236}">
                  <a16:creationId xmlns:a16="http://schemas.microsoft.com/office/drawing/2014/main" id="{92243DBC-BA55-59A8-5184-65B8D7EDE6CE}"/>
                </a:ext>
              </a:extLst>
            </p:cNvPr>
            <p:cNvCxnSpPr>
              <a:stCxn id="16" idx="1"/>
              <a:endCxn id="13" idx="3"/>
            </p:cNvCxnSpPr>
            <p:nvPr/>
          </p:nvCxnSpPr>
          <p:spPr>
            <a:xfrm rot="10800000">
              <a:off x="3723104" y="4183489"/>
              <a:ext cx="957332" cy="528681"/>
            </a:xfrm>
            <a:prstGeom prst="bentConnector3">
              <a:avLst>
                <a:gd name="adj1" fmla="val 63266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403DBD3-EBFA-DD1E-356A-B0E30B5D8B09}"/>
                </a:ext>
              </a:extLst>
            </p:cNvPr>
            <p:cNvSpPr/>
            <p:nvPr/>
          </p:nvSpPr>
          <p:spPr>
            <a:xfrm>
              <a:off x="155394" y="3958117"/>
              <a:ext cx="6136821" cy="13557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18E153D-CAA9-A4BA-2495-5AD67E4BBABB}"/>
                </a:ext>
              </a:extLst>
            </p:cNvPr>
            <p:cNvSpPr/>
            <p:nvPr/>
          </p:nvSpPr>
          <p:spPr>
            <a:xfrm>
              <a:off x="5327959" y="2130601"/>
              <a:ext cx="1096972" cy="2780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State Vector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14AACF78-D00A-72F1-5499-87600C638622}"/>
                </a:ext>
              </a:extLst>
            </p:cNvPr>
            <p:cNvSpPr/>
            <p:nvPr/>
          </p:nvSpPr>
          <p:spPr>
            <a:xfrm>
              <a:off x="1" y="2135142"/>
              <a:ext cx="3065136" cy="2780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Step1:Constructing state representation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箭头: 下 24">
              <a:extLst>
                <a:ext uri="{FF2B5EF4-FFF2-40B4-BE49-F238E27FC236}">
                  <a16:creationId xmlns:a16="http://schemas.microsoft.com/office/drawing/2014/main" id="{0F01D921-E48C-16DA-F50B-87EFDDDFBCF6}"/>
                </a:ext>
              </a:extLst>
            </p:cNvPr>
            <p:cNvSpPr/>
            <p:nvPr/>
          </p:nvSpPr>
          <p:spPr>
            <a:xfrm rot="16200000">
              <a:off x="4097405" y="1198801"/>
              <a:ext cx="125641" cy="2114353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9CA816B-F3EC-0A20-EDAF-FF5035A1EBCC}"/>
                </a:ext>
              </a:extLst>
            </p:cNvPr>
            <p:cNvSpPr/>
            <p:nvPr/>
          </p:nvSpPr>
          <p:spPr>
            <a:xfrm>
              <a:off x="11168570" y="2122673"/>
              <a:ext cx="2505026" cy="2780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Optimal Feasible Schedule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95A4357-ECCB-E7F1-F88C-2AE161B4D0FF}"/>
                </a:ext>
              </a:extLst>
            </p:cNvPr>
            <p:cNvSpPr/>
            <p:nvPr/>
          </p:nvSpPr>
          <p:spPr>
            <a:xfrm>
              <a:off x="7248666" y="2127214"/>
              <a:ext cx="2327378" cy="2780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Step2: joint action set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箭头: 下 24">
              <a:extLst>
                <a:ext uri="{FF2B5EF4-FFF2-40B4-BE49-F238E27FC236}">
                  <a16:creationId xmlns:a16="http://schemas.microsoft.com/office/drawing/2014/main" id="{64B9CF5D-D83C-D633-C37F-B758F6BC03D5}"/>
                </a:ext>
              </a:extLst>
            </p:cNvPr>
            <p:cNvSpPr/>
            <p:nvPr/>
          </p:nvSpPr>
          <p:spPr>
            <a:xfrm rot="16200000">
              <a:off x="10306928" y="1482085"/>
              <a:ext cx="130758" cy="1577386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43EC3B18-F58E-54D6-B947-F5D72FD1E10B}"/>
                </a:ext>
              </a:extLst>
            </p:cNvPr>
            <p:cNvSpPr/>
            <p:nvPr/>
          </p:nvSpPr>
          <p:spPr>
            <a:xfrm>
              <a:off x="7248666" y="2570392"/>
              <a:ext cx="6424930" cy="40099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0A3F8F5A-3078-FB07-416F-FC1CCCEA0F3C}"/>
                </a:ext>
              </a:extLst>
            </p:cNvPr>
            <p:cNvSpPr/>
            <p:nvPr/>
          </p:nvSpPr>
          <p:spPr>
            <a:xfrm>
              <a:off x="7404059" y="2686041"/>
              <a:ext cx="6136821" cy="67290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9E7CE496-38BA-A0A8-D738-7406ADFEB306}"/>
                </a:ext>
              </a:extLst>
            </p:cNvPr>
            <p:cNvSpPr/>
            <p:nvPr/>
          </p:nvSpPr>
          <p:spPr>
            <a:xfrm>
              <a:off x="155394" y="5800704"/>
              <a:ext cx="6136821" cy="48426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9638874D-8EE4-7A26-1EBE-8E3000D840BE}"/>
                </a:ext>
              </a:extLst>
            </p:cNvPr>
            <p:cNvSpPr/>
            <p:nvPr/>
          </p:nvSpPr>
          <p:spPr>
            <a:xfrm>
              <a:off x="155394" y="2741951"/>
              <a:ext cx="6136821" cy="82766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FD71ABA4-F483-1AD5-89F1-CC5140F9AC1A}"/>
                </a:ext>
              </a:extLst>
            </p:cNvPr>
            <p:cNvSpPr/>
            <p:nvPr/>
          </p:nvSpPr>
          <p:spPr>
            <a:xfrm>
              <a:off x="223431" y="3231807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运行状态</a:t>
              </a:r>
            </a:p>
          </p:txBody>
        </p:sp>
        <p:sp>
          <p:nvSpPr>
            <p:cNvPr id="167" name="箭头: 下 24">
              <a:extLst>
                <a:ext uri="{FF2B5EF4-FFF2-40B4-BE49-F238E27FC236}">
                  <a16:creationId xmlns:a16="http://schemas.microsoft.com/office/drawing/2014/main" id="{180E4966-8B14-54FF-F807-51654AEE6331}"/>
                </a:ext>
              </a:extLst>
            </p:cNvPr>
            <p:cNvSpPr/>
            <p:nvPr/>
          </p:nvSpPr>
          <p:spPr>
            <a:xfrm>
              <a:off x="2990701" y="3701198"/>
              <a:ext cx="437153" cy="16822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8" name="箭头: 下 24">
              <a:extLst>
                <a:ext uri="{FF2B5EF4-FFF2-40B4-BE49-F238E27FC236}">
                  <a16:creationId xmlns:a16="http://schemas.microsoft.com/office/drawing/2014/main" id="{FB6B0ED2-F009-AF0A-BEAD-031152164F21}"/>
                </a:ext>
              </a:extLst>
            </p:cNvPr>
            <p:cNvSpPr/>
            <p:nvPr/>
          </p:nvSpPr>
          <p:spPr>
            <a:xfrm>
              <a:off x="2990701" y="5518709"/>
              <a:ext cx="437153" cy="16822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8F5FC6CC-1815-028A-2374-79DFD2260AEA}"/>
                </a:ext>
              </a:extLst>
            </p:cNvPr>
            <p:cNvSpPr/>
            <p:nvPr/>
          </p:nvSpPr>
          <p:spPr>
            <a:xfrm>
              <a:off x="1622158" y="3231807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客流积压</a:t>
              </a: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3276034B-014E-7FE8-CFCB-68DC74B37CE4}"/>
                </a:ext>
              </a:extLst>
            </p:cNvPr>
            <p:cNvSpPr/>
            <p:nvPr/>
          </p:nvSpPr>
          <p:spPr>
            <a:xfrm>
              <a:off x="3022957" y="3231807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故障时长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0771B7F5-7193-E367-5E41-A6327CDF31CE}"/>
                </a:ext>
              </a:extLst>
            </p:cNvPr>
            <p:cNvSpPr/>
            <p:nvPr/>
          </p:nvSpPr>
          <p:spPr>
            <a:xfrm>
              <a:off x="4716659" y="3091150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奖惩反馈</a:t>
              </a: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97575817-24DC-31AC-9EFF-8A17622CC2C7}"/>
                </a:ext>
              </a:extLst>
            </p:cNvPr>
            <p:cNvSpPr/>
            <p:nvPr/>
          </p:nvSpPr>
          <p:spPr>
            <a:xfrm>
              <a:off x="1847740" y="2799857"/>
              <a:ext cx="550319" cy="2156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状态</a:t>
              </a:r>
            </a:p>
          </p:txBody>
        </p:sp>
        <p:cxnSp>
          <p:nvCxnSpPr>
            <p:cNvPr id="173" name="连接符: 肘形 172">
              <a:extLst>
                <a:ext uri="{FF2B5EF4-FFF2-40B4-BE49-F238E27FC236}">
                  <a16:creationId xmlns:a16="http://schemas.microsoft.com/office/drawing/2014/main" id="{839FE3FE-9BDF-B829-705D-6A279F0F6826}"/>
                </a:ext>
              </a:extLst>
            </p:cNvPr>
            <p:cNvCxnSpPr>
              <a:stCxn id="172" idx="2"/>
              <a:endCxn id="166" idx="0"/>
            </p:cNvCxnSpPr>
            <p:nvPr/>
          </p:nvCxnSpPr>
          <p:spPr>
            <a:xfrm rot="5400000">
              <a:off x="1315379" y="2424285"/>
              <a:ext cx="216317" cy="139872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060071E2-D0B1-E4C1-758E-6D392B06C77D}"/>
                </a:ext>
              </a:extLst>
            </p:cNvPr>
            <p:cNvCxnSpPr>
              <a:stCxn id="172" idx="2"/>
              <a:endCxn id="169" idx="0"/>
            </p:cNvCxnSpPr>
            <p:nvPr/>
          </p:nvCxnSpPr>
          <p:spPr>
            <a:xfrm>
              <a:off x="2122900" y="3015490"/>
              <a:ext cx="1" cy="2163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连接符: 肘形 174">
              <a:extLst>
                <a:ext uri="{FF2B5EF4-FFF2-40B4-BE49-F238E27FC236}">
                  <a16:creationId xmlns:a16="http://schemas.microsoft.com/office/drawing/2014/main" id="{603BEC06-A893-34B9-051A-B1CF85A19D69}"/>
                </a:ext>
              </a:extLst>
            </p:cNvPr>
            <p:cNvCxnSpPr>
              <a:stCxn id="172" idx="2"/>
              <a:endCxn id="170" idx="0"/>
            </p:cNvCxnSpPr>
            <p:nvPr/>
          </p:nvCxnSpPr>
          <p:spPr>
            <a:xfrm rot="16200000" flipH="1">
              <a:off x="2715142" y="2423248"/>
              <a:ext cx="216317" cy="140080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4E86C6CE-DD0C-0702-4870-E1946571F481}"/>
                </a:ext>
              </a:extLst>
            </p:cNvPr>
            <p:cNvCxnSpPr>
              <a:stCxn id="171" idx="2"/>
              <a:endCxn id="16" idx="0"/>
            </p:cNvCxnSpPr>
            <p:nvPr/>
          </p:nvCxnSpPr>
          <p:spPr>
            <a:xfrm>
              <a:off x="5217402" y="3372463"/>
              <a:ext cx="0" cy="110046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0762D136-3DCA-4531-A6A0-82364040D3D5}"/>
                </a:ext>
              </a:extLst>
            </p:cNvPr>
            <p:cNvSpPr/>
            <p:nvPr/>
          </p:nvSpPr>
          <p:spPr>
            <a:xfrm>
              <a:off x="572555" y="5883872"/>
              <a:ext cx="1444039" cy="2813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连续动作集</a:t>
              </a:r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E3F71F08-5206-7185-727B-3FAC6E2E5A4E}"/>
                </a:ext>
              </a:extLst>
            </p:cNvPr>
            <p:cNvSpPr/>
            <p:nvPr/>
          </p:nvSpPr>
          <p:spPr>
            <a:xfrm>
              <a:off x="2475866" y="5883872"/>
              <a:ext cx="1444039" cy="2813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联合动作</a:t>
              </a:r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AC25CAFA-DB40-3F79-C1D4-DF33EC497F39}"/>
                </a:ext>
              </a:extLst>
            </p:cNvPr>
            <p:cNvSpPr/>
            <p:nvPr/>
          </p:nvSpPr>
          <p:spPr>
            <a:xfrm>
              <a:off x="4425559" y="5883872"/>
              <a:ext cx="1444039" cy="2813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离散动作集</a:t>
              </a:r>
            </a:p>
          </p:txBody>
        </p:sp>
        <p:sp>
          <p:nvSpPr>
            <p:cNvPr id="180" name="箭头: 下 24">
              <a:extLst>
                <a:ext uri="{FF2B5EF4-FFF2-40B4-BE49-F238E27FC236}">
                  <a16:creationId xmlns:a16="http://schemas.microsoft.com/office/drawing/2014/main" id="{A684772C-0C5A-D4AE-4044-00A1373CE92C}"/>
                </a:ext>
              </a:extLst>
            </p:cNvPr>
            <p:cNvSpPr/>
            <p:nvPr/>
          </p:nvSpPr>
          <p:spPr>
            <a:xfrm rot="16200000">
              <a:off x="2138880" y="5878520"/>
              <a:ext cx="226564" cy="292016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1" name="箭头: 下 24">
              <a:extLst>
                <a:ext uri="{FF2B5EF4-FFF2-40B4-BE49-F238E27FC236}">
                  <a16:creationId xmlns:a16="http://schemas.microsoft.com/office/drawing/2014/main" id="{0467E48B-B037-7015-ED0B-3D7050ADCEFA}"/>
                </a:ext>
              </a:extLst>
            </p:cNvPr>
            <p:cNvSpPr/>
            <p:nvPr/>
          </p:nvSpPr>
          <p:spPr>
            <a:xfrm rot="5400000">
              <a:off x="4059450" y="5878520"/>
              <a:ext cx="226564" cy="292016"/>
            </a:xfrm>
            <a:prstGeom prst="downArrow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6216D377-18A4-C1E3-CC23-0DC4A0A2AC25}"/>
                </a:ext>
              </a:extLst>
            </p:cNvPr>
            <p:cNvSpPr txBox="1"/>
            <p:nvPr/>
          </p:nvSpPr>
          <p:spPr>
            <a:xfrm>
              <a:off x="121227" y="2723007"/>
              <a:ext cx="12518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 data</a:t>
              </a:r>
              <a:r>
                <a:rPr lang="zh-CN" altLang="en-US" sz="1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endParaRPr lang="zh-CN" altLang="en-US" i="1" dirty="0"/>
            </a:p>
          </p:txBody>
        </p: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DA03729A-4571-484F-54D3-B5F1A672ED1F}"/>
                </a:ext>
              </a:extLst>
            </p:cNvPr>
            <p:cNvSpPr txBox="1"/>
            <p:nvPr/>
          </p:nvSpPr>
          <p:spPr>
            <a:xfrm>
              <a:off x="7369892" y="2642766"/>
              <a:ext cx="12518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 data</a:t>
              </a:r>
              <a:r>
                <a:rPr lang="zh-CN" altLang="en-US" sz="1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endParaRPr lang="zh-CN" altLang="en-US" i="1" dirty="0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5B4B208-2199-ECCF-1822-C59E203ACAEA}"/>
                </a:ext>
              </a:extLst>
            </p:cNvPr>
            <p:cNvSpPr/>
            <p:nvPr/>
          </p:nvSpPr>
          <p:spPr>
            <a:xfrm>
              <a:off x="8952231" y="2903403"/>
              <a:ext cx="1001485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联合动作</a:t>
              </a:r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5104C937-9643-B2F3-B1A0-8F7B846C0596}"/>
                </a:ext>
              </a:extLst>
            </p:cNvPr>
            <p:cNvSpPr/>
            <p:nvPr/>
          </p:nvSpPr>
          <p:spPr>
            <a:xfrm>
              <a:off x="10411399" y="2903403"/>
              <a:ext cx="1129896" cy="2813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参考时刻表</a:t>
              </a:r>
            </a:p>
          </p:txBody>
        </p:sp>
        <p:sp>
          <p:nvSpPr>
            <p:cNvPr id="186" name="文本框 185">
              <a:extLst>
                <a:ext uri="{FF2B5EF4-FFF2-40B4-BE49-F238E27FC236}">
                  <a16:creationId xmlns:a16="http://schemas.microsoft.com/office/drawing/2014/main" id="{E20F8D67-099B-8D00-0C3C-21521246D809}"/>
                </a:ext>
              </a:extLst>
            </p:cNvPr>
            <p:cNvSpPr txBox="1"/>
            <p:nvPr/>
          </p:nvSpPr>
          <p:spPr>
            <a:xfrm>
              <a:off x="11972429" y="3143500"/>
              <a:ext cx="156845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参考时刻表输出缺乏对硬约束</a:t>
              </a:r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63AA4300-4EF9-A7F1-79E0-E371D76323FE}"/>
                </a:ext>
              </a:extLst>
            </p:cNvPr>
            <p:cNvSpPr/>
            <p:nvPr/>
          </p:nvSpPr>
          <p:spPr>
            <a:xfrm>
              <a:off x="7400646" y="3906635"/>
              <a:ext cx="6136821" cy="1628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8" name="箭头: 下 24">
              <a:extLst>
                <a:ext uri="{FF2B5EF4-FFF2-40B4-BE49-F238E27FC236}">
                  <a16:creationId xmlns:a16="http://schemas.microsoft.com/office/drawing/2014/main" id="{D5FBD21E-F47D-3936-CD3A-64608F714512}"/>
                </a:ext>
              </a:extLst>
            </p:cNvPr>
            <p:cNvSpPr/>
            <p:nvPr/>
          </p:nvSpPr>
          <p:spPr>
            <a:xfrm>
              <a:off x="10227973" y="3479347"/>
              <a:ext cx="437153" cy="16822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0C71E559-21DF-542B-DB7A-59D194E3D891}"/>
                </a:ext>
              </a:extLst>
            </p:cNvPr>
            <p:cNvSpPr txBox="1"/>
            <p:nvPr/>
          </p:nvSpPr>
          <p:spPr>
            <a:xfrm>
              <a:off x="9204863" y="3780016"/>
              <a:ext cx="2496105" cy="24622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Establish mathematical programming model</a:t>
              </a:r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ECCF2E7E-3034-B894-683B-7049FD851133}"/>
                </a:ext>
              </a:extLst>
            </p:cNvPr>
            <p:cNvSpPr txBox="1"/>
            <p:nvPr/>
          </p:nvSpPr>
          <p:spPr>
            <a:xfrm>
              <a:off x="7634740" y="4147903"/>
              <a:ext cx="2661577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Minimize Deviation from Reference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Minimize Schedule Slack Penalty</a:t>
              </a:r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CED8C398-A25F-19E3-84E2-5F5580125D25}"/>
                </a:ext>
              </a:extLst>
            </p:cNvPr>
            <p:cNvSpPr/>
            <p:nvPr/>
          </p:nvSpPr>
          <p:spPr>
            <a:xfrm>
              <a:off x="7404059" y="5961660"/>
              <a:ext cx="6136821" cy="50046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041F1E8D-E164-2922-CE86-8FB3B964DB37}"/>
                </a:ext>
              </a:extLst>
            </p:cNvPr>
            <p:cNvSpPr txBox="1"/>
            <p:nvPr/>
          </p:nvSpPr>
          <p:spPr>
            <a:xfrm>
              <a:off x="10372307" y="4164548"/>
              <a:ext cx="2945492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Constraints: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Safety Headway Constraints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Kinematics Constraints(run/dwell times)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Track Occupancy &amp; Blocking</a:t>
              </a:r>
            </a:p>
          </p:txBody>
        </p:sp>
        <p:sp>
          <p:nvSpPr>
            <p:cNvPr id="193" name="箭头: 下 24">
              <a:extLst>
                <a:ext uri="{FF2B5EF4-FFF2-40B4-BE49-F238E27FC236}">
                  <a16:creationId xmlns:a16="http://schemas.microsoft.com/office/drawing/2014/main" id="{212CE428-3AB8-39FA-D514-CC3383550890}"/>
                </a:ext>
              </a:extLst>
            </p:cNvPr>
            <p:cNvSpPr/>
            <p:nvPr/>
          </p:nvSpPr>
          <p:spPr>
            <a:xfrm>
              <a:off x="10227973" y="5649198"/>
              <a:ext cx="437153" cy="214110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0BD724A2-536C-5CFD-712C-C3A3F51C7103}"/>
                </a:ext>
              </a:extLst>
            </p:cNvPr>
            <p:cNvSpPr/>
            <p:nvPr/>
          </p:nvSpPr>
          <p:spPr>
            <a:xfrm>
              <a:off x="7835633" y="6089117"/>
              <a:ext cx="1444039" cy="2813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联合动作</a:t>
              </a:r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A7D46304-76AA-EB8B-EB38-86B27FE89CDA}"/>
                </a:ext>
              </a:extLst>
            </p:cNvPr>
            <p:cNvSpPr/>
            <p:nvPr/>
          </p:nvSpPr>
          <p:spPr>
            <a:xfrm>
              <a:off x="9711246" y="6084869"/>
              <a:ext cx="2754821" cy="2813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优化后的列车时刻表</a:t>
              </a:r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701F5B0B-F5B6-37D8-8878-85A1D5ACA64F}"/>
                </a:ext>
              </a:extLst>
            </p:cNvPr>
            <p:cNvSpPr txBox="1"/>
            <p:nvPr/>
          </p:nvSpPr>
          <p:spPr>
            <a:xfrm>
              <a:off x="3815288" y="1952899"/>
              <a:ext cx="7625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output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A845EE71-173A-8F07-D125-AC9600C844FC}"/>
                </a:ext>
              </a:extLst>
            </p:cNvPr>
            <p:cNvSpPr txBox="1"/>
            <p:nvPr/>
          </p:nvSpPr>
          <p:spPr>
            <a:xfrm>
              <a:off x="10083549" y="1953938"/>
              <a:ext cx="7625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output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98" name="图片 197" descr="文本&#10;&#10;AI 生成的内容可能不正确。">
              <a:extLst>
                <a:ext uri="{FF2B5EF4-FFF2-40B4-BE49-F238E27FC236}">
                  <a16:creationId xmlns:a16="http://schemas.microsoft.com/office/drawing/2014/main" id="{0969AAD7-FDEF-C104-1388-AED9304F8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6422" y="348536"/>
              <a:ext cx="4398508" cy="677286"/>
            </a:xfrm>
            <a:prstGeom prst="rect">
              <a:avLst/>
            </a:prstGeom>
          </p:spPr>
        </p:pic>
        <p:sp>
          <p:nvSpPr>
            <p:cNvPr id="199" name="箭头: 下 24">
              <a:extLst>
                <a:ext uri="{FF2B5EF4-FFF2-40B4-BE49-F238E27FC236}">
                  <a16:creationId xmlns:a16="http://schemas.microsoft.com/office/drawing/2014/main" id="{3099F378-0183-CD82-972B-F44D10033762}"/>
                </a:ext>
              </a:extLst>
            </p:cNvPr>
            <p:cNvSpPr/>
            <p:nvPr/>
          </p:nvSpPr>
          <p:spPr>
            <a:xfrm rot="16200000">
              <a:off x="6431719" y="3941235"/>
              <a:ext cx="860413" cy="484505"/>
            </a:xfrm>
            <a:prstGeom prst="downArrow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0" name="连接符: 肘形 199">
              <a:extLst>
                <a:ext uri="{FF2B5EF4-FFF2-40B4-BE49-F238E27FC236}">
                  <a16:creationId xmlns:a16="http://schemas.microsoft.com/office/drawing/2014/main" id="{9359AD26-998D-70E7-F77E-06BEDA1D23FE}"/>
                </a:ext>
              </a:extLst>
            </p:cNvPr>
            <p:cNvCxnSpPr>
              <a:stCxn id="191" idx="3"/>
              <a:endCxn id="8" idx="3"/>
            </p:cNvCxnSpPr>
            <p:nvPr/>
          </p:nvCxnSpPr>
          <p:spPr>
            <a:xfrm flipH="1" flipV="1">
              <a:off x="4809583" y="1205921"/>
              <a:ext cx="8731297" cy="5005970"/>
            </a:xfrm>
            <a:prstGeom prst="bentConnector3">
              <a:avLst>
                <a:gd name="adj1" fmla="val -596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6346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F5EF636-9DCB-AF3E-02FF-C10E1604FAE5}"/>
              </a:ext>
            </a:extLst>
          </p:cNvPr>
          <p:cNvGrpSpPr/>
          <p:nvPr/>
        </p:nvGrpSpPr>
        <p:grpSpPr>
          <a:xfrm>
            <a:off x="-261137" y="699859"/>
            <a:ext cx="12303012" cy="4733926"/>
            <a:chOff x="527624" y="1171573"/>
            <a:chExt cx="12303012" cy="4733926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0AEFAAB6-5F48-229D-7B2C-2B8A0A53C48F}"/>
                </a:ext>
              </a:extLst>
            </p:cNvPr>
            <p:cNvSpPr/>
            <p:nvPr/>
          </p:nvSpPr>
          <p:spPr>
            <a:xfrm>
              <a:off x="9211665" y="2599926"/>
              <a:ext cx="3618971" cy="3305573"/>
            </a:xfrm>
            <a:prstGeom prst="roundRect">
              <a:avLst>
                <a:gd name="adj" fmla="val 11750"/>
              </a:avLst>
            </a:prstGeom>
            <a:solidFill>
              <a:srgbClr val="E6ED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269E4C25-E5D2-C9D9-A3D8-DC7F4A580077}"/>
                </a:ext>
              </a:extLst>
            </p:cNvPr>
            <p:cNvSpPr/>
            <p:nvPr/>
          </p:nvSpPr>
          <p:spPr>
            <a:xfrm>
              <a:off x="9211665" y="1171573"/>
              <a:ext cx="3618971" cy="1264475"/>
            </a:xfrm>
            <a:prstGeom prst="roundRect">
              <a:avLst>
                <a:gd name="adj" fmla="val 11750"/>
              </a:avLst>
            </a:prstGeom>
            <a:solidFill>
              <a:srgbClr val="E6ED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B1B72428-5324-A74A-E640-62AA8046A5DE}"/>
                </a:ext>
              </a:extLst>
            </p:cNvPr>
            <p:cNvSpPr/>
            <p:nvPr/>
          </p:nvSpPr>
          <p:spPr>
            <a:xfrm>
              <a:off x="5201179" y="1171574"/>
              <a:ext cx="3618971" cy="4733925"/>
            </a:xfrm>
            <a:prstGeom prst="roundRect">
              <a:avLst>
                <a:gd name="adj" fmla="val 11750"/>
              </a:avLst>
            </a:prstGeom>
            <a:solidFill>
              <a:srgbClr val="E6EDF5"/>
            </a:solidFill>
            <a:ln>
              <a:solidFill>
                <a:srgbClr val="E5EC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E2F701FE-3BD6-E7F4-FBAC-B9B75F2D7465}"/>
                </a:ext>
              </a:extLst>
            </p:cNvPr>
            <p:cNvSpPr/>
            <p:nvPr/>
          </p:nvSpPr>
          <p:spPr>
            <a:xfrm>
              <a:off x="656948" y="1171574"/>
              <a:ext cx="4152716" cy="4733925"/>
            </a:xfrm>
            <a:prstGeom prst="roundRect">
              <a:avLst>
                <a:gd name="adj" fmla="val 11750"/>
              </a:avLst>
            </a:prstGeom>
            <a:solidFill>
              <a:srgbClr val="F9F2D8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7E50C9A-6A4D-C5FC-D242-9779DA693F37}"/>
                </a:ext>
              </a:extLst>
            </p:cNvPr>
            <p:cNvSpPr/>
            <p:nvPr/>
          </p:nvSpPr>
          <p:spPr>
            <a:xfrm>
              <a:off x="801188" y="1902782"/>
              <a:ext cx="3059611" cy="374468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流程图: 接点 37">
              <a:extLst>
                <a:ext uri="{FF2B5EF4-FFF2-40B4-BE49-F238E27FC236}">
                  <a16:creationId xmlns:a16="http://schemas.microsoft.com/office/drawing/2014/main" id="{C728BE0E-48B6-31B4-717A-FBC55F6D3A3C}"/>
                </a:ext>
              </a:extLst>
            </p:cNvPr>
            <p:cNvSpPr/>
            <p:nvPr/>
          </p:nvSpPr>
          <p:spPr>
            <a:xfrm>
              <a:off x="1452461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4AFA2D17-7A38-8158-583B-FF8F6C5D6B21}"/>
                </a:ext>
              </a:extLst>
            </p:cNvPr>
            <p:cNvSpPr/>
            <p:nvPr/>
          </p:nvSpPr>
          <p:spPr>
            <a:xfrm>
              <a:off x="1750451" y="1976601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流程图: 接点 40">
              <a:extLst>
                <a:ext uri="{FF2B5EF4-FFF2-40B4-BE49-F238E27FC236}">
                  <a16:creationId xmlns:a16="http://schemas.microsoft.com/office/drawing/2014/main" id="{69AAB1C5-5B51-3E31-002A-DCCA1139B0B4}"/>
                </a:ext>
              </a:extLst>
            </p:cNvPr>
            <p:cNvSpPr/>
            <p:nvPr/>
          </p:nvSpPr>
          <p:spPr>
            <a:xfrm>
              <a:off x="1159738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D7B49E9-6C0F-949B-D795-16C21BDFE890}"/>
                </a:ext>
              </a:extLst>
            </p:cNvPr>
            <p:cNvSpPr txBox="1"/>
            <p:nvPr/>
          </p:nvSpPr>
          <p:spPr>
            <a:xfrm>
              <a:off x="1981137" y="1881589"/>
              <a:ext cx="28803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49" name="流程图: 接点 48">
              <a:extLst>
                <a:ext uri="{FF2B5EF4-FFF2-40B4-BE49-F238E27FC236}">
                  <a16:creationId xmlns:a16="http://schemas.microsoft.com/office/drawing/2014/main" id="{592747E2-0446-2BFD-9ECF-178A119FF1CB}"/>
                </a:ext>
              </a:extLst>
            </p:cNvPr>
            <p:cNvSpPr/>
            <p:nvPr/>
          </p:nvSpPr>
          <p:spPr>
            <a:xfrm>
              <a:off x="2630803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E60EA1BB-ABDC-F212-C54B-305B4862FFE2}"/>
                </a:ext>
              </a:extLst>
            </p:cNvPr>
            <p:cNvSpPr/>
            <p:nvPr/>
          </p:nvSpPr>
          <p:spPr>
            <a:xfrm>
              <a:off x="3565533" y="1976601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流程图: 接点 50">
              <a:extLst>
                <a:ext uri="{FF2B5EF4-FFF2-40B4-BE49-F238E27FC236}">
                  <a16:creationId xmlns:a16="http://schemas.microsoft.com/office/drawing/2014/main" id="{C4E16196-34F3-0F10-D7E4-F1BB397B7939}"/>
                </a:ext>
              </a:extLst>
            </p:cNvPr>
            <p:cNvSpPr/>
            <p:nvPr/>
          </p:nvSpPr>
          <p:spPr>
            <a:xfrm>
              <a:off x="2328482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23EB487A-2DEE-F410-0B52-C0283BB9DE32}"/>
                </a:ext>
              </a:extLst>
            </p:cNvPr>
            <p:cNvSpPr/>
            <p:nvPr/>
          </p:nvSpPr>
          <p:spPr>
            <a:xfrm>
              <a:off x="867015" y="1976601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流程图: 接点 52">
              <a:extLst>
                <a:ext uri="{FF2B5EF4-FFF2-40B4-BE49-F238E27FC236}">
                  <a16:creationId xmlns:a16="http://schemas.microsoft.com/office/drawing/2014/main" id="{523A1277-D1DF-E986-F6B0-9BC4FE4C5137}"/>
                </a:ext>
              </a:extLst>
            </p:cNvPr>
            <p:cNvSpPr/>
            <p:nvPr/>
          </p:nvSpPr>
          <p:spPr>
            <a:xfrm>
              <a:off x="2937248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流程图: 接点 53">
              <a:extLst>
                <a:ext uri="{FF2B5EF4-FFF2-40B4-BE49-F238E27FC236}">
                  <a16:creationId xmlns:a16="http://schemas.microsoft.com/office/drawing/2014/main" id="{BA3568A3-7B97-E5BF-0278-E4664F8E35F6}"/>
                </a:ext>
              </a:extLst>
            </p:cNvPr>
            <p:cNvSpPr/>
            <p:nvPr/>
          </p:nvSpPr>
          <p:spPr>
            <a:xfrm>
              <a:off x="3251345" y="1972247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F5166F7B-858C-8371-26F3-6456ACB627CA}"/>
                </a:ext>
              </a:extLst>
            </p:cNvPr>
            <p:cNvSpPr/>
            <p:nvPr/>
          </p:nvSpPr>
          <p:spPr>
            <a:xfrm>
              <a:off x="801188" y="4816298"/>
              <a:ext cx="3059611" cy="374468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流程图: 接点 55">
              <a:extLst>
                <a:ext uri="{FF2B5EF4-FFF2-40B4-BE49-F238E27FC236}">
                  <a16:creationId xmlns:a16="http://schemas.microsoft.com/office/drawing/2014/main" id="{40B0E392-ACFF-1357-AA52-329FECA4FBB0}"/>
                </a:ext>
              </a:extLst>
            </p:cNvPr>
            <p:cNvSpPr/>
            <p:nvPr/>
          </p:nvSpPr>
          <p:spPr>
            <a:xfrm>
              <a:off x="1452461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B85EBC9C-03F2-F898-C5C7-776DB3F3C872}"/>
                </a:ext>
              </a:extLst>
            </p:cNvPr>
            <p:cNvSpPr/>
            <p:nvPr/>
          </p:nvSpPr>
          <p:spPr>
            <a:xfrm>
              <a:off x="1750451" y="4890117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流程图: 接点 57">
              <a:extLst>
                <a:ext uri="{FF2B5EF4-FFF2-40B4-BE49-F238E27FC236}">
                  <a16:creationId xmlns:a16="http://schemas.microsoft.com/office/drawing/2014/main" id="{49203C64-CEB0-48AC-A3A9-C03A771B2D3E}"/>
                </a:ext>
              </a:extLst>
            </p:cNvPr>
            <p:cNvSpPr/>
            <p:nvPr/>
          </p:nvSpPr>
          <p:spPr>
            <a:xfrm>
              <a:off x="1159738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0237E4E5-0A8A-09BC-0FCF-11983C59FB4D}"/>
                </a:ext>
              </a:extLst>
            </p:cNvPr>
            <p:cNvSpPr txBox="1"/>
            <p:nvPr/>
          </p:nvSpPr>
          <p:spPr>
            <a:xfrm>
              <a:off x="1981137" y="4795105"/>
              <a:ext cx="28803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60" name="流程图: 接点 59">
              <a:extLst>
                <a:ext uri="{FF2B5EF4-FFF2-40B4-BE49-F238E27FC236}">
                  <a16:creationId xmlns:a16="http://schemas.microsoft.com/office/drawing/2014/main" id="{0666E0D4-4185-EFEB-CDF8-CD874CDD55AD}"/>
                </a:ext>
              </a:extLst>
            </p:cNvPr>
            <p:cNvSpPr/>
            <p:nvPr/>
          </p:nvSpPr>
          <p:spPr>
            <a:xfrm>
              <a:off x="2630803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E5F50BB1-24EF-86AF-E2A1-42957EEE7918}"/>
                </a:ext>
              </a:extLst>
            </p:cNvPr>
            <p:cNvSpPr/>
            <p:nvPr/>
          </p:nvSpPr>
          <p:spPr>
            <a:xfrm>
              <a:off x="3565533" y="4890117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接点 61">
              <a:extLst>
                <a:ext uri="{FF2B5EF4-FFF2-40B4-BE49-F238E27FC236}">
                  <a16:creationId xmlns:a16="http://schemas.microsoft.com/office/drawing/2014/main" id="{81961D2A-568A-65B0-4A0F-79B012DEDDE2}"/>
                </a:ext>
              </a:extLst>
            </p:cNvPr>
            <p:cNvSpPr/>
            <p:nvPr/>
          </p:nvSpPr>
          <p:spPr>
            <a:xfrm>
              <a:off x="2328482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84F97FB6-D547-4008-A859-26BC422742FD}"/>
                </a:ext>
              </a:extLst>
            </p:cNvPr>
            <p:cNvSpPr/>
            <p:nvPr/>
          </p:nvSpPr>
          <p:spPr>
            <a:xfrm>
              <a:off x="867015" y="4890117"/>
              <a:ext cx="233770" cy="233770"/>
            </a:xfrm>
            <a:prstGeom prst="roundRect">
              <a:avLst>
                <a:gd name="adj" fmla="val 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流程图: 接点 63">
              <a:extLst>
                <a:ext uri="{FF2B5EF4-FFF2-40B4-BE49-F238E27FC236}">
                  <a16:creationId xmlns:a16="http://schemas.microsoft.com/office/drawing/2014/main" id="{BD85EE94-ABAA-DA2B-7509-ADB9002133B1}"/>
                </a:ext>
              </a:extLst>
            </p:cNvPr>
            <p:cNvSpPr/>
            <p:nvPr/>
          </p:nvSpPr>
          <p:spPr>
            <a:xfrm>
              <a:off x="2937248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流程图: 接点 64">
              <a:extLst>
                <a:ext uri="{FF2B5EF4-FFF2-40B4-BE49-F238E27FC236}">
                  <a16:creationId xmlns:a16="http://schemas.microsoft.com/office/drawing/2014/main" id="{1161ACB0-6F74-F349-5126-CDC9597EBC84}"/>
                </a:ext>
              </a:extLst>
            </p:cNvPr>
            <p:cNvSpPr/>
            <p:nvPr/>
          </p:nvSpPr>
          <p:spPr>
            <a:xfrm>
              <a:off x="3251345" y="4885763"/>
              <a:ext cx="233770" cy="233770"/>
            </a:xfrm>
            <a:prstGeom prst="flowChartConnector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流程图: 接点 65">
              <a:extLst>
                <a:ext uri="{FF2B5EF4-FFF2-40B4-BE49-F238E27FC236}">
                  <a16:creationId xmlns:a16="http://schemas.microsoft.com/office/drawing/2014/main" id="{F4EA2329-855E-3A01-BC90-FAF2684A5A67}"/>
                </a:ext>
              </a:extLst>
            </p:cNvPr>
            <p:cNvSpPr/>
            <p:nvPr/>
          </p:nvSpPr>
          <p:spPr>
            <a:xfrm>
              <a:off x="1277275" y="2489034"/>
              <a:ext cx="2090955" cy="2090955"/>
            </a:xfrm>
            <a:prstGeom prst="flowChartConnector">
              <a:avLst/>
            </a:prstGeom>
            <a:solidFill>
              <a:srgbClr val="DEE7E6"/>
            </a:solidFill>
            <a:ln w="28575">
              <a:solidFill>
                <a:schemeClr val="tx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0D8C11EC-54E6-EFB7-06D4-ABD8D96BFAC7}"/>
                    </a:ext>
                  </a:extLst>
                </p:cNvPr>
                <p:cNvSpPr/>
                <p:nvPr/>
              </p:nvSpPr>
              <p:spPr>
                <a:xfrm>
                  <a:off x="825782" y="3231608"/>
                  <a:ext cx="667911" cy="585658"/>
                </a:xfrm>
                <a:prstGeom prst="roundRect">
                  <a:avLst>
                    <a:gd name="adj" fmla="val 17134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Single Token:</a:t>
                  </a:r>
                  <a:b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矩形: 圆角 75">
                  <a:extLst>
                    <a:ext uri="{FF2B5EF4-FFF2-40B4-BE49-F238E27FC236}">
                      <a16:creationId xmlns:a16="http://schemas.microsoft.com/office/drawing/2014/main" id="{FC33344A-D696-AF7D-A3C2-380B2083A9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782" y="3231608"/>
                  <a:ext cx="667911" cy="585658"/>
                </a:xfrm>
                <a:prstGeom prst="roundRect">
                  <a:avLst>
                    <a:gd name="adj" fmla="val 17134"/>
                  </a:avLst>
                </a:prstGeom>
                <a:blipFill>
                  <a:blip r:embed="rId2"/>
                  <a:stretch>
                    <a:fillRect t="-6122" b="-2041"/>
                  </a:stretch>
                </a:blipFill>
                <a:ln w="95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矩形: 圆角 67">
                  <a:extLst>
                    <a:ext uri="{FF2B5EF4-FFF2-40B4-BE49-F238E27FC236}">
                      <a16:creationId xmlns:a16="http://schemas.microsoft.com/office/drawing/2014/main" id="{E5DBD4D7-1A8F-D999-EA27-F3CEFDD5F137}"/>
                    </a:ext>
                  </a:extLst>
                </p:cNvPr>
                <p:cNvSpPr/>
                <p:nvPr/>
              </p:nvSpPr>
              <p:spPr>
                <a:xfrm>
                  <a:off x="1756296" y="3251689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solidFill>
                  <a:srgbClr val="B2C5E4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𝑝𝑎𝑠𝑠</m:t>
                            </m:r>
                          </m:sub>
                        </m:sSub>
                        <m:r>
                          <a:rPr lang="zh-CN" alt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Passenger</a:t>
                  </a: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(P, R)</a:t>
                  </a:r>
                  <a:endParaRPr lang="zh-CN" alt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矩形: 圆角 76">
                  <a:extLst>
                    <a:ext uri="{FF2B5EF4-FFF2-40B4-BE49-F238E27FC236}">
                      <a16:creationId xmlns:a16="http://schemas.microsoft.com/office/drawing/2014/main" id="{DB640211-C992-33EB-1A98-63163F49A5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296" y="3251689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blipFill>
                  <a:blip r:embed="rId3"/>
                  <a:stretch>
                    <a:fillRect t="-3448" b="-21839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右大括号 68">
              <a:extLst>
                <a:ext uri="{FF2B5EF4-FFF2-40B4-BE49-F238E27FC236}">
                  <a16:creationId xmlns:a16="http://schemas.microsoft.com/office/drawing/2014/main" id="{D0DA68BD-877B-A98F-EC09-50C9F3E9BEE9}"/>
                </a:ext>
              </a:extLst>
            </p:cNvPr>
            <p:cNvSpPr/>
            <p:nvPr/>
          </p:nvSpPr>
          <p:spPr>
            <a:xfrm>
              <a:off x="3989129" y="1676400"/>
              <a:ext cx="204712" cy="3715489"/>
            </a:xfrm>
            <a:prstGeom prst="rightBrace">
              <a:avLst>
                <a:gd name="adj1" fmla="val 62087"/>
                <a:gd name="adj2" fmla="val 4964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矩形: 圆角 69">
                  <a:extLst>
                    <a:ext uri="{FF2B5EF4-FFF2-40B4-BE49-F238E27FC236}">
                      <a16:creationId xmlns:a16="http://schemas.microsoft.com/office/drawing/2014/main" id="{5E746E4E-B2B1-38B1-4619-DAA80A92DED1}"/>
                    </a:ext>
                  </a:extLst>
                </p:cNvPr>
                <p:cNvSpPr/>
                <p:nvPr/>
              </p:nvSpPr>
              <p:spPr>
                <a:xfrm>
                  <a:off x="4127854" y="3248262"/>
                  <a:ext cx="779645" cy="519521"/>
                </a:xfrm>
                <a:prstGeom prst="roundRect">
                  <a:avLst>
                    <a:gd name="adj" fmla="val 0"/>
                  </a:avLst>
                </a:prstGeom>
                <a:no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Token</a:t>
                  </a:r>
                </a:p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Sequence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矩形: 圆角 80">
                  <a:extLst>
                    <a:ext uri="{FF2B5EF4-FFF2-40B4-BE49-F238E27FC236}">
                      <a16:creationId xmlns:a16="http://schemas.microsoft.com/office/drawing/2014/main" id="{F39B18F3-2E79-2F2A-4D47-2F5B7915D9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7854" y="3248262"/>
                  <a:ext cx="779645" cy="519521"/>
                </a:xfrm>
                <a:prstGeom prst="roundRect">
                  <a:avLst>
                    <a:gd name="adj" fmla="val 0"/>
                  </a:avLst>
                </a:prstGeom>
                <a:blipFill>
                  <a:blip r:embed="rId4"/>
                  <a:stretch>
                    <a:fillRect t="-12941" b="-8235"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箭头: 右 70">
              <a:extLst>
                <a:ext uri="{FF2B5EF4-FFF2-40B4-BE49-F238E27FC236}">
                  <a16:creationId xmlns:a16="http://schemas.microsoft.com/office/drawing/2014/main" id="{7DFCD825-D5AC-C59E-07AF-C6A776A21BD2}"/>
                </a:ext>
              </a:extLst>
            </p:cNvPr>
            <p:cNvSpPr/>
            <p:nvPr/>
          </p:nvSpPr>
          <p:spPr>
            <a:xfrm>
              <a:off x="4867276" y="3404994"/>
              <a:ext cx="311944" cy="206056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流程图: 接点 71">
              <a:extLst>
                <a:ext uri="{FF2B5EF4-FFF2-40B4-BE49-F238E27FC236}">
                  <a16:creationId xmlns:a16="http://schemas.microsoft.com/office/drawing/2014/main" id="{37FC0776-59A4-77B1-AAA2-5455AF3E0717}"/>
                </a:ext>
              </a:extLst>
            </p:cNvPr>
            <p:cNvSpPr/>
            <p:nvPr/>
          </p:nvSpPr>
          <p:spPr>
            <a:xfrm>
              <a:off x="5265506" y="3396686"/>
              <a:ext cx="255501" cy="255501"/>
            </a:xfrm>
            <a:prstGeom prst="flowChartConnector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619D9E5C-F904-8B66-83C8-3648F9EDDF12}"/>
                </a:ext>
              </a:extLst>
            </p:cNvPr>
            <p:cNvSpPr/>
            <p:nvPr/>
          </p:nvSpPr>
          <p:spPr>
            <a:xfrm>
              <a:off x="5916328" y="2166151"/>
              <a:ext cx="1682074" cy="2257196"/>
            </a:xfrm>
            <a:prstGeom prst="roundRect">
              <a:avLst>
                <a:gd name="adj" fmla="val 9583"/>
              </a:avLst>
            </a:prstGeom>
            <a:solidFill>
              <a:srgbClr val="BBCD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3AA2CFA2-7187-6B95-A095-B0BD9731F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8403" y="4053899"/>
              <a:ext cx="0" cy="33473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11CEB62D-E15F-4702-3D41-17D4311D73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7021" y="4053075"/>
              <a:ext cx="0" cy="199146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D2719E61-2755-E7E2-54F5-F036E3BF57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9785" y="4053075"/>
              <a:ext cx="0" cy="20390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063B0B3B-7991-E73B-9039-F59058759E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1167" y="4049136"/>
              <a:ext cx="0" cy="243566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9E2782AF-2F86-8121-0981-E4535E80F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5639" y="4048312"/>
              <a:ext cx="0" cy="24439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413B0B4E-90AF-D6E0-92F6-159ABBF116D3}"/>
                </a:ext>
              </a:extLst>
            </p:cNvPr>
            <p:cNvCxnSpPr>
              <a:cxnSpLocks/>
            </p:cNvCxnSpPr>
            <p:nvPr/>
          </p:nvCxnSpPr>
          <p:spPr>
            <a:xfrm>
              <a:off x="6467021" y="4252221"/>
              <a:ext cx="582764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83C3CC99-0CCD-5B34-B862-DE847FDA7729}"/>
                </a:ext>
              </a:extLst>
            </p:cNvPr>
            <p:cNvCxnSpPr>
              <a:cxnSpLocks/>
            </p:cNvCxnSpPr>
            <p:nvPr/>
          </p:nvCxnSpPr>
          <p:spPr>
            <a:xfrm>
              <a:off x="6175639" y="4292702"/>
              <a:ext cx="1165528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FE958D33-E611-F403-4B05-AF5060DCCDC4}"/>
                </a:ext>
              </a:extLst>
            </p:cNvPr>
            <p:cNvSpPr/>
            <p:nvPr/>
          </p:nvSpPr>
          <p:spPr>
            <a:xfrm>
              <a:off x="6058754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0EF0154F-1AD6-D94D-8B67-55D419CC1D22}"/>
                </a:ext>
              </a:extLst>
            </p:cNvPr>
            <p:cNvSpPr/>
            <p:nvPr/>
          </p:nvSpPr>
          <p:spPr>
            <a:xfrm>
              <a:off x="6350136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AED08021-7507-8A61-4C41-ACA03E9E2350}"/>
                </a:ext>
              </a:extLst>
            </p:cNvPr>
            <p:cNvSpPr/>
            <p:nvPr/>
          </p:nvSpPr>
          <p:spPr>
            <a:xfrm>
              <a:off x="6641517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: 圆角 83">
              <a:extLst>
                <a:ext uri="{FF2B5EF4-FFF2-40B4-BE49-F238E27FC236}">
                  <a16:creationId xmlns:a16="http://schemas.microsoft.com/office/drawing/2014/main" id="{CB0CA77A-5AAE-6B58-1E57-E73CB9240D4B}"/>
                </a:ext>
              </a:extLst>
            </p:cNvPr>
            <p:cNvSpPr/>
            <p:nvPr/>
          </p:nvSpPr>
          <p:spPr>
            <a:xfrm>
              <a:off x="6927465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44501736-3B1B-C72E-41D6-3D5A19743ADB}"/>
                </a:ext>
              </a:extLst>
            </p:cNvPr>
            <p:cNvSpPr/>
            <p:nvPr/>
          </p:nvSpPr>
          <p:spPr>
            <a:xfrm>
              <a:off x="7218374" y="3889176"/>
              <a:ext cx="233770" cy="163898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矩形: 圆角 85">
                  <a:extLst>
                    <a:ext uri="{FF2B5EF4-FFF2-40B4-BE49-F238E27FC236}">
                      <a16:creationId xmlns:a16="http://schemas.microsoft.com/office/drawing/2014/main" id="{692D5057-E2B7-570E-1E86-EA96C27A645F}"/>
                    </a:ext>
                  </a:extLst>
                </p:cNvPr>
                <p:cNvSpPr/>
                <p:nvPr/>
              </p:nvSpPr>
              <p:spPr>
                <a:xfrm>
                  <a:off x="6090937" y="4699146"/>
                  <a:ext cx="1339244" cy="424741"/>
                </a:xfrm>
                <a:prstGeom prst="roundRect">
                  <a:avLst>
                    <a:gd name="adj" fmla="val 21658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Positional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Emb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𝑝𝑜𝑠</m:t>
                          </m:r>
                        </m:sub>
                      </m:sSub>
                    </m:oMath>
                  </a14:m>
                  <a:endParaRPr lang="zh-CN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1" name="矩形: 圆角 100">
                  <a:extLst>
                    <a:ext uri="{FF2B5EF4-FFF2-40B4-BE49-F238E27FC236}">
                      <a16:creationId xmlns:a16="http://schemas.microsoft.com/office/drawing/2014/main" id="{B6EF727C-ACCB-BD74-7F41-E24AACA51A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0937" y="4699146"/>
                  <a:ext cx="1339244" cy="424741"/>
                </a:xfrm>
                <a:prstGeom prst="roundRect">
                  <a:avLst>
                    <a:gd name="adj" fmla="val 21658"/>
                  </a:avLst>
                </a:prstGeom>
                <a:blipFill>
                  <a:blip r:embed="rId5"/>
                  <a:stretch>
                    <a:fillRect t="-4167" b="-1389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B747A31A-854B-D83C-7D2A-157469FB71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5639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CC5102E5-E39C-7A51-769B-D23C120F19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7021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E144C01C-D8A5-C448-380F-BCF22296F6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9042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45144658-1367-83AA-2867-5A452B48CE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9785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0F4154EB-5AE2-1254-9A63-60FB339BD1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1167" y="3524437"/>
              <a:ext cx="0" cy="36473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E429D7EE-BF19-866D-2621-16D60C4C2AC0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V="1">
              <a:off x="6175639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9A5459E2-4697-092D-C67E-B7402A6EC6C8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V="1">
              <a:off x="617563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EC7FCFA-B156-3206-E243-E400B21280EE}"/>
                </a:ext>
              </a:extLst>
            </p:cNvPr>
            <p:cNvCxnSpPr/>
            <p:nvPr/>
          </p:nvCxnSpPr>
          <p:spPr>
            <a:xfrm flipV="1">
              <a:off x="6467021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8024ADF2-6BAF-1EFC-3221-FDD1A6E8B7E1}"/>
                </a:ext>
              </a:extLst>
            </p:cNvPr>
            <p:cNvCxnSpPr/>
            <p:nvPr/>
          </p:nvCxnSpPr>
          <p:spPr>
            <a:xfrm flipV="1">
              <a:off x="6752732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1986624F-E32E-37C7-8C27-B45B2337AF03}"/>
                </a:ext>
              </a:extLst>
            </p:cNvPr>
            <p:cNvCxnSpPr/>
            <p:nvPr/>
          </p:nvCxnSpPr>
          <p:spPr>
            <a:xfrm flipV="1">
              <a:off x="7049783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D7D1EE95-1292-B2D6-98E1-EAE0326EB0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34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0AAC0F14-D6C9-723C-C788-3D308CF60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272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E1FF0D83-202F-1FD0-E012-44DBF6643572}"/>
                </a:ext>
              </a:extLst>
            </p:cNvPr>
            <p:cNvCxnSpPr>
              <a:cxnSpLocks/>
              <a:stCxn id="82" idx="0"/>
            </p:cNvCxnSpPr>
            <p:nvPr/>
          </p:nvCxnSpPr>
          <p:spPr>
            <a:xfrm flipH="1" flipV="1">
              <a:off x="6175639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434DB3B-E227-6EA9-4FE5-CD20FCA86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3864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174E800B-E4B8-0497-6AD3-66783D726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64356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FBFDB655-DE00-D305-E9EC-053F3F4246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54116" y="3605974"/>
              <a:ext cx="291382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1A85FA58-23AD-4AB7-EC8F-79D2A017726A}"/>
                </a:ext>
              </a:extLst>
            </p:cNvPr>
            <p:cNvCxnSpPr>
              <a:cxnSpLocks/>
              <a:stCxn id="83" idx="0"/>
            </p:cNvCxnSpPr>
            <p:nvPr/>
          </p:nvCxnSpPr>
          <p:spPr>
            <a:xfrm flipH="1" flipV="1">
              <a:off x="617563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C8796B9A-029B-9AE6-969D-A90017179C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3864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1D036B40-9084-7C78-F1FA-86D6CDADFA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60559" y="3605974"/>
              <a:ext cx="582763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820A27EF-080F-5297-0C19-B35C4EAE3801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V="1">
              <a:off x="6175639" y="3605974"/>
              <a:ext cx="868711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E8415E57-E25A-7A4C-1CC9-B3DB54756DD9}"/>
                </a:ext>
              </a:extLst>
            </p:cNvPr>
            <p:cNvCxnSpPr/>
            <p:nvPr/>
          </p:nvCxnSpPr>
          <p:spPr>
            <a:xfrm flipV="1">
              <a:off x="6467385" y="3605974"/>
              <a:ext cx="868711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00E5A237-966D-4273-BE64-051CD35EFBC9}"/>
                </a:ext>
              </a:extLst>
            </p:cNvPr>
            <p:cNvCxnSpPr>
              <a:cxnSpLocks/>
              <a:endCxn id="85" idx="0"/>
            </p:cNvCxnSpPr>
            <p:nvPr/>
          </p:nvCxnSpPr>
          <p:spPr>
            <a:xfrm>
              <a:off x="6175639" y="3605974"/>
              <a:ext cx="1159620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EDF31E98-13FB-3933-9BEC-5102F1474512}"/>
                </a:ext>
              </a:extLst>
            </p:cNvPr>
            <p:cNvCxnSpPr/>
            <p:nvPr/>
          </p:nvCxnSpPr>
          <p:spPr>
            <a:xfrm>
              <a:off x="6467032" y="3605974"/>
              <a:ext cx="868711" cy="28320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D151C21E-4620-F9C7-977F-C121F0A9F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8403" y="2860789"/>
              <a:ext cx="0" cy="23890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矩形: 圆角 110">
              <a:extLst>
                <a:ext uri="{FF2B5EF4-FFF2-40B4-BE49-F238E27FC236}">
                  <a16:creationId xmlns:a16="http://schemas.microsoft.com/office/drawing/2014/main" id="{8EB12C52-DB69-3A92-C614-B157DDC252AB}"/>
                </a:ext>
              </a:extLst>
            </p:cNvPr>
            <p:cNvSpPr/>
            <p:nvPr/>
          </p:nvSpPr>
          <p:spPr>
            <a:xfrm>
              <a:off x="6170436" y="2436048"/>
              <a:ext cx="1180246" cy="424741"/>
            </a:xfrm>
            <a:prstGeom prst="roundRect">
              <a:avLst>
                <a:gd name="adj" fmla="val 19608"/>
              </a:avLst>
            </a:prstGeom>
            <a:solidFill>
              <a:srgbClr val="DAE0EC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Feed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Froward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矩形: 圆角 111">
                  <a:extLst>
                    <a:ext uri="{FF2B5EF4-FFF2-40B4-BE49-F238E27FC236}">
                      <a16:creationId xmlns:a16="http://schemas.microsoft.com/office/drawing/2014/main" id="{CD567EE7-53CF-ADDD-73A5-D54D4B2A42DB}"/>
                    </a:ext>
                  </a:extLst>
                </p:cNvPr>
                <p:cNvSpPr/>
                <p:nvPr/>
              </p:nvSpPr>
              <p:spPr>
                <a:xfrm>
                  <a:off x="6090937" y="5371053"/>
                  <a:ext cx="1339244" cy="424741"/>
                </a:xfrm>
                <a:prstGeom prst="roundRect">
                  <a:avLst>
                    <a:gd name="adj" fmla="val 23709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Positional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Emb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𝑑𝑖𝑟</m:t>
                          </m:r>
                        </m:sub>
                      </m:sSub>
                    </m:oMath>
                  </a14:m>
                  <a:endParaRPr lang="zh-CN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7" name="矩形: 圆角 136">
                  <a:extLst>
                    <a:ext uri="{FF2B5EF4-FFF2-40B4-BE49-F238E27FC236}">
                      <a16:creationId xmlns:a16="http://schemas.microsoft.com/office/drawing/2014/main" id="{985D337D-377A-C5DB-5BE9-610915C832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0937" y="5371053"/>
                  <a:ext cx="1339244" cy="424741"/>
                </a:xfrm>
                <a:prstGeom prst="roundRect">
                  <a:avLst>
                    <a:gd name="adj" fmla="val 23709"/>
                  </a:avLst>
                </a:prstGeom>
                <a:blipFill>
                  <a:blip r:embed="rId6"/>
                  <a:stretch>
                    <a:fillRect t="-2778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91EDC46E-8ECD-6FEE-5246-70292E7E060E}"/>
                </a:ext>
              </a:extLst>
            </p:cNvPr>
            <p:cNvSpPr/>
            <p:nvPr/>
          </p:nvSpPr>
          <p:spPr>
            <a:xfrm>
              <a:off x="6058754" y="3100521"/>
              <a:ext cx="1393390" cy="424741"/>
            </a:xfrm>
            <a:prstGeom prst="roundRect">
              <a:avLst>
                <a:gd name="adj" fmla="val 21658"/>
              </a:avLst>
            </a:prstGeom>
            <a:solidFill>
              <a:srgbClr val="DAE0EC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Multi-Head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Self-Attention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右大括号 113">
              <a:extLst>
                <a:ext uri="{FF2B5EF4-FFF2-40B4-BE49-F238E27FC236}">
                  <a16:creationId xmlns:a16="http://schemas.microsoft.com/office/drawing/2014/main" id="{CFAC5712-D8EC-49DF-CB79-9F31157989E3}"/>
                </a:ext>
              </a:extLst>
            </p:cNvPr>
            <p:cNvSpPr/>
            <p:nvPr/>
          </p:nvSpPr>
          <p:spPr>
            <a:xfrm rot="16200000">
              <a:off x="2248087" y="186871"/>
              <a:ext cx="155448" cy="3059611"/>
            </a:xfrm>
            <a:prstGeom prst="rightBrace">
              <a:avLst>
                <a:gd name="adj1" fmla="val 45097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FBBE5B26-4EA7-B562-143B-82D69D7FEAD9}"/>
                </a:ext>
              </a:extLst>
            </p:cNvPr>
            <p:cNvSpPr/>
            <p:nvPr/>
          </p:nvSpPr>
          <p:spPr>
            <a:xfrm>
              <a:off x="1712860" y="1308279"/>
              <a:ext cx="1211080" cy="3384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Upstream(v= 1)</a:t>
              </a:r>
              <a:endParaRPr lang="en-US" altLang="zh-CN" sz="1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 algn="ctr"/>
              <a:r>
                <a:rPr lang="en-US" altLang="zh-CN" sz="10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 </a:t>
              </a:r>
              <a:r>
                <a:rPr lang="en-US" altLang="zh-CN" sz="10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Stations</a:t>
              </a:r>
              <a:endPara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CE749BA5-BD9D-A537-D95C-08A951378989}"/>
                </a:ext>
              </a:extLst>
            </p:cNvPr>
            <p:cNvSpPr/>
            <p:nvPr/>
          </p:nvSpPr>
          <p:spPr>
            <a:xfrm>
              <a:off x="527624" y="5240563"/>
              <a:ext cx="2034628" cy="3384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Downstream(v= 0)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65EA15BD-2E64-B297-02DD-3A9BD4695B95}"/>
                </a:ext>
              </a:extLst>
            </p:cNvPr>
            <p:cNvSpPr txBox="1"/>
            <p:nvPr/>
          </p:nvSpPr>
          <p:spPr>
            <a:xfrm>
              <a:off x="6162526" y="2154155"/>
              <a:ext cx="11673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梯形 117">
              <a:extLst>
                <a:ext uri="{FF2B5EF4-FFF2-40B4-BE49-F238E27FC236}">
                  <a16:creationId xmlns:a16="http://schemas.microsoft.com/office/drawing/2014/main" id="{0364966E-169E-B602-9810-59F1CC1DEA4D}"/>
                </a:ext>
              </a:extLst>
            </p:cNvPr>
            <p:cNvSpPr/>
            <p:nvPr/>
          </p:nvSpPr>
          <p:spPr>
            <a:xfrm rot="5400000">
              <a:off x="7792672" y="3286090"/>
              <a:ext cx="914400" cy="476691"/>
            </a:xfrm>
            <a:prstGeom prst="trapezoid">
              <a:avLst>
                <a:gd name="adj" fmla="val 32500"/>
              </a:avLst>
            </a:prstGeom>
            <a:solidFill>
              <a:srgbClr val="BBCD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9" name="连接符: 肘形 118">
              <a:extLst>
                <a:ext uri="{FF2B5EF4-FFF2-40B4-BE49-F238E27FC236}">
                  <a16:creationId xmlns:a16="http://schemas.microsoft.com/office/drawing/2014/main" id="{55ECA35D-DAE6-6E81-3A9C-5C330E197286}"/>
                </a:ext>
              </a:extLst>
            </p:cNvPr>
            <p:cNvCxnSpPr>
              <a:cxnSpLocks/>
              <a:stCxn id="73" idx="0"/>
              <a:endCxn id="72" idx="0"/>
            </p:cNvCxnSpPr>
            <p:nvPr/>
          </p:nvCxnSpPr>
          <p:spPr>
            <a:xfrm rot="16200000" flipH="1" flipV="1">
              <a:off x="5460043" y="2099364"/>
              <a:ext cx="1230535" cy="1364108"/>
            </a:xfrm>
            <a:prstGeom prst="bentConnector3">
              <a:avLst>
                <a:gd name="adj1" fmla="val -23995"/>
              </a:avLst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矩形: 圆角 119">
                  <a:extLst>
                    <a:ext uri="{FF2B5EF4-FFF2-40B4-BE49-F238E27FC236}">
                      <a16:creationId xmlns:a16="http://schemas.microsoft.com/office/drawing/2014/main" id="{CB0508DB-8FF1-1DC0-8076-49758B34E0E7}"/>
                    </a:ext>
                  </a:extLst>
                </p:cNvPr>
                <p:cNvSpPr/>
                <p:nvPr/>
              </p:nvSpPr>
              <p:spPr>
                <a:xfrm>
                  <a:off x="1756296" y="3765568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solidFill>
                  <a:srgbClr val="FEE697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𝑒𝑛𝑣</m:t>
                            </m:r>
                          </m:sub>
                        </m:sSub>
                        <m:r>
                          <a:rPr lang="zh-CN" alt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1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Environment  </a:t>
                  </a: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(time, flag)</a:t>
                  </a:r>
                  <a:endParaRPr lang="zh-CN" alt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5" name="矩形: 圆角 184">
                  <a:extLst>
                    <a:ext uri="{FF2B5EF4-FFF2-40B4-BE49-F238E27FC236}">
                      <a16:creationId xmlns:a16="http://schemas.microsoft.com/office/drawing/2014/main" id="{5B6C0EB3-755E-A2EF-A301-006E99D409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296" y="3765568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blipFill>
                  <a:blip r:embed="rId7"/>
                  <a:stretch>
                    <a:fillRect t="-2326" b="-19767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矩形: 圆角 120">
                  <a:extLst>
                    <a:ext uri="{FF2B5EF4-FFF2-40B4-BE49-F238E27FC236}">
                      <a16:creationId xmlns:a16="http://schemas.microsoft.com/office/drawing/2014/main" id="{BB9CC8CE-1952-3BFF-0506-5C1D0292B8C0}"/>
                    </a:ext>
                  </a:extLst>
                </p:cNvPr>
                <p:cNvSpPr/>
                <p:nvPr/>
              </p:nvSpPr>
              <p:spPr>
                <a:xfrm>
                  <a:off x="1756296" y="2734383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solidFill>
                  <a:srgbClr val="B4C8E3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𝑙𝑜𝑐</m:t>
                            </m:r>
                          </m:sub>
                        </m:sSub>
                      </m:oMath>
                    </m:oMathPara>
                  </a14:m>
                  <a:endPara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Local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Peatures</a:t>
                  </a:r>
                  <a:endPara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1200" i="1" dirty="0" err="1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sn,in</a:t>
                  </a:r>
                  <a:r>
                    <a:rPr lang="en-US" altLang="zh-CN" sz="1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)</a:t>
                  </a:r>
                  <a:endParaRPr lang="zh-CN" alt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6" name="矩形: 圆角 185">
                  <a:extLst>
                    <a:ext uri="{FF2B5EF4-FFF2-40B4-BE49-F238E27FC236}">
                      <a16:creationId xmlns:a16="http://schemas.microsoft.com/office/drawing/2014/main" id="{F786E7F4-7885-3FE0-B519-FBC818CBBC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296" y="2734383"/>
                  <a:ext cx="1189240" cy="513879"/>
                </a:xfrm>
                <a:prstGeom prst="roundRect">
                  <a:avLst>
                    <a:gd name="adj" fmla="val 31645"/>
                  </a:avLst>
                </a:prstGeom>
                <a:blipFill>
                  <a:blip r:embed="rId8"/>
                  <a:stretch>
                    <a:fillRect t="-3488" b="-19767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左大括号 121">
              <a:extLst>
                <a:ext uri="{FF2B5EF4-FFF2-40B4-BE49-F238E27FC236}">
                  <a16:creationId xmlns:a16="http://schemas.microsoft.com/office/drawing/2014/main" id="{48C0F3D0-BF17-1052-BD9E-7E8C2B6F41C4}"/>
                </a:ext>
              </a:extLst>
            </p:cNvPr>
            <p:cNvSpPr/>
            <p:nvPr/>
          </p:nvSpPr>
          <p:spPr>
            <a:xfrm>
              <a:off x="1547648" y="2763449"/>
              <a:ext cx="155448" cy="1529253"/>
            </a:xfrm>
            <a:prstGeom prst="leftBrace">
              <a:avLst>
                <a:gd name="adj1" fmla="val 83905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C28559AC-7B6C-34C6-833C-129CA50790B2}"/>
                </a:ext>
              </a:extLst>
            </p:cNvPr>
            <p:cNvCxnSpPr>
              <a:stCxn id="72" idx="0"/>
              <a:endCxn id="72" idx="4"/>
            </p:cNvCxnSpPr>
            <p:nvPr/>
          </p:nvCxnSpPr>
          <p:spPr>
            <a:xfrm>
              <a:off x="5393257" y="3396686"/>
              <a:ext cx="0" cy="25550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C960CE0E-7430-A069-BA25-F237210C8490}"/>
                </a:ext>
              </a:extLst>
            </p:cNvPr>
            <p:cNvCxnSpPr>
              <a:stCxn id="72" idx="2"/>
              <a:endCxn id="72" idx="6"/>
            </p:cNvCxnSpPr>
            <p:nvPr/>
          </p:nvCxnSpPr>
          <p:spPr>
            <a:xfrm>
              <a:off x="5265506" y="3524437"/>
              <a:ext cx="25550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D4FA1416-4357-2F7B-53E8-52070B4E0837}"/>
                </a:ext>
              </a:extLst>
            </p:cNvPr>
            <p:cNvCxnSpPr>
              <a:cxnSpLocks/>
              <a:stCxn id="112" idx="0"/>
              <a:endCxn id="86" idx="2"/>
            </p:cNvCxnSpPr>
            <p:nvPr/>
          </p:nvCxnSpPr>
          <p:spPr>
            <a:xfrm flipV="1">
              <a:off x="6760559" y="5123887"/>
              <a:ext cx="0" cy="247166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309291BD-811C-DC37-E996-C560BC1198EE}"/>
                </a:ext>
              </a:extLst>
            </p:cNvPr>
            <p:cNvCxnSpPr>
              <a:cxnSpLocks/>
              <a:stCxn id="86" idx="0"/>
              <a:endCxn id="73" idx="2"/>
            </p:cNvCxnSpPr>
            <p:nvPr/>
          </p:nvCxnSpPr>
          <p:spPr>
            <a:xfrm flipH="1" flipV="1">
              <a:off x="6757365" y="4423347"/>
              <a:ext cx="3194" cy="27579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连接符: 肘形 126">
              <a:extLst>
                <a:ext uri="{FF2B5EF4-FFF2-40B4-BE49-F238E27FC236}">
                  <a16:creationId xmlns:a16="http://schemas.microsoft.com/office/drawing/2014/main" id="{46A0D2D3-CCEF-D95D-B951-503818C60C3D}"/>
                </a:ext>
              </a:extLst>
            </p:cNvPr>
            <p:cNvCxnSpPr>
              <a:cxnSpLocks/>
              <a:stCxn id="112" idx="1"/>
              <a:endCxn id="72" idx="4"/>
            </p:cNvCxnSpPr>
            <p:nvPr/>
          </p:nvCxnSpPr>
          <p:spPr>
            <a:xfrm rot="10800000">
              <a:off x="5393257" y="3652188"/>
              <a:ext cx="697680" cy="1931237"/>
            </a:xfrm>
            <a:prstGeom prst="bentConnector2">
              <a:avLst/>
            </a:prstGeom>
            <a:ln w="28575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6E67F849-9DDE-8AA7-F1DC-1BE915F74681}"/>
                </a:ext>
              </a:extLst>
            </p:cNvPr>
            <p:cNvCxnSpPr>
              <a:cxnSpLocks/>
              <a:stCxn id="72" idx="6"/>
            </p:cNvCxnSpPr>
            <p:nvPr/>
          </p:nvCxnSpPr>
          <p:spPr>
            <a:xfrm>
              <a:off x="5521007" y="3524437"/>
              <a:ext cx="395321" cy="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连接符: 肘形 128">
              <a:extLst>
                <a:ext uri="{FF2B5EF4-FFF2-40B4-BE49-F238E27FC236}">
                  <a16:creationId xmlns:a16="http://schemas.microsoft.com/office/drawing/2014/main" id="{1831DECB-9482-0253-274A-BA0D44D990DE}"/>
                </a:ext>
              </a:extLst>
            </p:cNvPr>
            <p:cNvCxnSpPr>
              <a:cxnSpLocks/>
              <a:stCxn id="111" idx="0"/>
            </p:cNvCxnSpPr>
            <p:nvPr/>
          </p:nvCxnSpPr>
          <p:spPr>
            <a:xfrm rot="16200000" flipH="1" flipV="1">
              <a:off x="6495708" y="2693068"/>
              <a:ext cx="521871" cy="7830"/>
            </a:xfrm>
            <a:prstGeom prst="bentConnector4">
              <a:avLst>
                <a:gd name="adj1" fmla="val -14145"/>
                <a:gd name="adj2" fmla="val -8266552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连接符: 肘形 129">
              <a:extLst>
                <a:ext uri="{FF2B5EF4-FFF2-40B4-BE49-F238E27FC236}">
                  <a16:creationId xmlns:a16="http://schemas.microsoft.com/office/drawing/2014/main" id="{E949CA74-58B1-9BDC-3C45-69FA07710E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6547" y="3019809"/>
              <a:ext cx="4011" cy="1308287"/>
            </a:xfrm>
            <a:prstGeom prst="bentConnector3">
              <a:avLst>
                <a:gd name="adj1" fmla="val -19235228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E5384CF1-1BE0-393A-2895-C7B9718965B9}"/>
                </a:ext>
              </a:extLst>
            </p:cNvPr>
            <p:cNvCxnSpPr>
              <a:cxnSpLocks/>
            </p:cNvCxnSpPr>
            <p:nvPr/>
          </p:nvCxnSpPr>
          <p:spPr>
            <a:xfrm>
              <a:off x="7598402" y="3524437"/>
              <a:ext cx="395321" cy="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E0103EBE-13A3-73F2-DE6A-2DB794DB2737}"/>
                </a:ext>
              </a:extLst>
            </p:cNvPr>
            <p:cNvSpPr txBox="1"/>
            <p:nvPr/>
          </p:nvSpPr>
          <p:spPr>
            <a:xfrm rot="10800000">
              <a:off x="7974673" y="3248328"/>
              <a:ext cx="553998" cy="57163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Mean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Pooling</a:t>
              </a:r>
              <a:endParaRPr lang="zh-CN" altLang="en-US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016F5E69-47D9-B175-6FE9-0480C752BB9E}"/>
                    </a:ext>
                  </a:extLst>
                </p:cNvPr>
                <p:cNvSpPr txBox="1"/>
                <p:nvPr/>
              </p:nvSpPr>
              <p:spPr>
                <a:xfrm>
                  <a:off x="7420376" y="3971125"/>
                  <a:ext cx="1664827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obal</a:t>
                  </a:r>
                  <a:endPara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State</a:t>
                  </a:r>
                </a:p>
                <a:p>
                  <a:pPr algn="ctr"/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Representation</a:t>
                  </a:r>
                  <a:endPara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40" name="文本框 1039">
                  <a:extLst>
                    <a:ext uri="{FF2B5EF4-FFF2-40B4-BE49-F238E27FC236}">
                      <a16:creationId xmlns:a16="http://schemas.microsoft.com/office/drawing/2014/main" id="{436FA699-AB97-55CD-2A33-E4421962F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0376" y="3971125"/>
                  <a:ext cx="1664827" cy="83099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矩形: 圆角 133">
              <a:extLst>
                <a:ext uri="{FF2B5EF4-FFF2-40B4-BE49-F238E27FC236}">
                  <a16:creationId xmlns:a16="http://schemas.microsoft.com/office/drawing/2014/main" id="{7345C379-7A9A-35F0-8588-C4FED5BC253A}"/>
                </a:ext>
              </a:extLst>
            </p:cNvPr>
            <p:cNvSpPr/>
            <p:nvPr/>
          </p:nvSpPr>
          <p:spPr>
            <a:xfrm>
              <a:off x="10000191" y="1742383"/>
              <a:ext cx="1257256" cy="467942"/>
            </a:xfrm>
            <a:prstGeom prst="roundRect">
              <a:avLst>
                <a:gd name="adj" fmla="val 19608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Critic Net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(MLP)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5" name="连接符: 肘形 134">
              <a:extLst>
                <a:ext uri="{FF2B5EF4-FFF2-40B4-BE49-F238E27FC236}">
                  <a16:creationId xmlns:a16="http://schemas.microsoft.com/office/drawing/2014/main" id="{84F2EA9D-2669-6FC2-993D-062E15DD9386}"/>
                </a:ext>
              </a:extLst>
            </p:cNvPr>
            <p:cNvCxnSpPr>
              <a:cxnSpLocks/>
              <a:stCxn id="132" idx="1"/>
              <a:endCxn id="134" idx="1"/>
            </p:cNvCxnSpPr>
            <p:nvPr/>
          </p:nvCxnSpPr>
          <p:spPr>
            <a:xfrm flipV="1">
              <a:off x="8528671" y="1976354"/>
              <a:ext cx="1471520" cy="1557789"/>
            </a:xfrm>
            <a:prstGeom prst="bentConnector3">
              <a:avLst>
                <a:gd name="adj1" fmla="val 33602"/>
              </a:avLst>
            </a:prstGeom>
            <a:ln w="31750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流程图: 接点 135">
                  <a:extLst>
                    <a:ext uri="{FF2B5EF4-FFF2-40B4-BE49-F238E27FC236}">
                      <a16:creationId xmlns:a16="http://schemas.microsoft.com/office/drawing/2014/main" id="{0B1BCFAE-1ECA-5EF1-7384-917323A9F5DB}"/>
                    </a:ext>
                  </a:extLst>
                </p:cNvPr>
                <p:cNvSpPr/>
                <p:nvPr/>
              </p:nvSpPr>
              <p:spPr>
                <a:xfrm>
                  <a:off x="11788265" y="1766026"/>
                  <a:ext cx="807470" cy="420656"/>
                </a:xfrm>
                <a:prstGeom prst="flowChartConnector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3" name="流程图: 接点 1042">
                  <a:extLst>
                    <a:ext uri="{FF2B5EF4-FFF2-40B4-BE49-F238E27FC236}">
                      <a16:creationId xmlns:a16="http://schemas.microsoft.com/office/drawing/2014/main" id="{B34642F1-1BB9-1968-0ED1-42B72D6B09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8265" y="1766026"/>
                  <a:ext cx="807470" cy="420656"/>
                </a:xfrm>
                <a:prstGeom prst="flowChartConnector">
                  <a:avLst/>
                </a:prstGeom>
                <a:blipFill>
                  <a:blip r:embed="rId10"/>
                  <a:stretch>
                    <a:fillRect b="-4225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2BC76BD8-D01A-56FD-F89B-37FF8FC3CC74}"/>
                </a:ext>
              </a:extLst>
            </p:cNvPr>
            <p:cNvCxnSpPr>
              <a:cxnSpLocks/>
              <a:stCxn id="134" idx="3"/>
              <a:endCxn id="136" idx="2"/>
            </p:cNvCxnSpPr>
            <p:nvPr/>
          </p:nvCxnSpPr>
          <p:spPr>
            <a:xfrm>
              <a:off x="11257447" y="1976354"/>
              <a:ext cx="530818" cy="0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5F23E13D-6697-E73E-FE14-FD9AB241B619}"/>
                </a:ext>
              </a:extLst>
            </p:cNvPr>
            <p:cNvSpPr/>
            <p:nvPr/>
          </p:nvSpPr>
          <p:spPr>
            <a:xfrm>
              <a:off x="9885378" y="3112288"/>
              <a:ext cx="759321" cy="551737"/>
            </a:xfrm>
            <a:prstGeom prst="roundRect">
              <a:avLst>
                <a:gd name="adj" fmla="val 19608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Discrete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Head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22068256-5220-5A5D-477D-984DB3597A24}"/>
                </a:ext>
              </a:extLst>
            </p:cNvPr>
            <p:cNvSpPr/>
            <p:nvPr/>
          </p:nvSpPr>
          <p:spPr>
            <a:xfrm rot="16200000">
              <a:off x="10713087" y="3221097"/>
              <a:ext cx="848977" cy="337329"/>
            </a:xfrm>
            <a:prstGeom prst="roundRect">
              <a:avLst>
                <a:gd name="adj" fmla="val 19608"/>
              </a:avLst>
            </a:prstGeom>
            <a:solidFill>
              <a:srgbClr val="C8D8E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Softmax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E07EE2E9-377E-DB9A-E851-D28B9190D45F}"/>
                </a:ext>
              </a:extLst>
            </p:cNvPr>
            <p:cNvCxnSpPr>
              <a:cxnSpLocks/>
              <a:stCxn id="138" idx="3"/>
              <a:endCxn id="139" idx="0"/>
            </p:cNvCxnSpPr>
            <p:nvPr/>
          </p:nvCxnSpPr>
          <p:spPr>
            <a:xfrm>
              <a:off x="10644699" y="3388157"/>
              <a:ext cx="324212" cy="1604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矩形: 圆角 140">
                  <a:extLst>
                    <a:ext uri="{FF2B5EF4-FFF2-40B4-BE49-F238E27FC236}">
                      <a16:creationId xmlns:a16="http://schemas.microsoft.com/office/drawing/2014/main" id="{A2D11AEF-7423-9D52-B11C-516EEFB780E8}"/>
                    </a:ext>
                  </a:extLst>
                </p:cNvPr>
                <p:cNvSpPr/>
                <p:nvPr/>
              </p:nvSpPr>
              <p:spPr>
                <a:xfrm>
                  <a:off x="11963400" y="3231608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8" name="矩形: 圆角 1047">
                  <a:extLst>
                    <a:ext uri="{FF2B5EF4-FFF2-40B4-BE49-F238E27FC236}">
                      <a16:creationId xmlns:a16="http://schemas.microsoft.com/office/drawing/2014/main" id="{C4699410-3736-8BB8-2DF7-69AABE03B2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63400" y="3231608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1"/>
                  <a:stretch>
                    <a:fillRect l="-781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矩形: 圆角 141">
                  <a:extLst>
                    <a:ext uri="{FF2B5EF4-FFF2-40B4-BE49-F238E27FC236}">
                      <a16:creationId xmlns:a16="http://schemas.microsoft.com/office/drawing/2014/main" id="{1795915C-BDA6-3DCD-5397-2CCC4D61CFBF}"/>
                    </a:ext>
                  </a:extLst>
                </p:cNvPr>
                <p:cNvSpPr/>
                <p:nvPr/>
              </p:nvSpPr>
              <p:spPr>
                <a:xfrm>
                  <a:off x="11963400" y="2860789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𝑡𝑏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49" name="矩形: 圆角 1048">
                  <a:extLst>
                    <a:ext uri="{FF2B5EF4-FFF2-40B4-BE49-F238E27FC236}">
                      <a16:creationId xmlns:a16="http://schemas.microsoft.com/office/drawing/2014/main" id="{0F557AAD-D142-15CC-BD92-EF24831660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63400" y="2860789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2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矩形: 圆角 142">
                  <a:extLst>
                    <a:ext uri="{FF2B5EF4-FFF2-40B4-BE49-F238E27FC236}">
                      <a16:creationId xmlns:a16="http://schemas.microsoft.com/office/drawing/2014/main" id="{2D576543-1A34-91AB-0AFA-46BE11B4F23A}"/>
                    </a:ext>
                  </a:extLst>
                </p:cNvPr>
                <p:cNvSpPr/>
                <p:nvPr/>
              </p:nvSpPr>
              <p:spPr>
                <a:xfrm>
                  <a:off x="11963400" y="3605974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4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𝑓𝑐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0" name="矩形: 圆角 1049">
                  <a:extLst>
                    <a:ext uri="{FF2B5EF4-FFF2-40B4-BE49-F238E27FC236}">
                      <a16:creationId xmlns:a16="http://schemas.microsoft.com/office/drawing/2014/main" id="{36711DF0-8666-A51B-439A-700812F048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63400" y="3605974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3"/>
                  <a:stretch>
                    <a:fillRect l="-1563" b="-5882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2C6B47F7-56D5-0663-B97A-597C622295EB}"/>
                </a:ext>
              </a:extLst>
            </p:cNvPr>
            <p:cNvCxnSpPr>
              <a:stCxn id="139" idx="2"/>
              <a:endCxn id="141" idx="1"/>
            </p:cNvCxnSpPr>
            <p:nvPr/>
          </p:nvCxnSpPr>
          <p:spPr>
            <a:xfrm flipV="1">
              <a:off x="11306240" y="3383461"/>
              <a:ext cx="657160" cy="6300"/>
            </a:xfrm>
            <a:prstGeom prst="straightConnector1">
              <a:avLst/>
            </a:prstGeom>
            <a:ln w="12700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左大括号 144">
              <a:extLst>
                <a:ext uri="{FF2B5EF4-FFF2-40B4-BE49-F238E27FC236}">
                  <a16:creationId xmlns:a16="http://schemas.microsoft.com/office/drawing/2014/main" id="{79FE9901-9F78-A842-6657-279FC4CB7D1E}"/>
                </a:ext>
              </a:extLst>
            </p:cNvPr>
            <p:cNvSpPr/>
            <p:nvPr/>
          </p:nvSpPr>
          <p:spPr>
            <a:xfrm>
              <a:off x="11490324" y="3000375"/>
              <a:ext cx="473075" cy="765193"/>
            </a:xfrm>
            <a:prstGeom prst="leftBrace">
              <a:avLst>
                <a:gd name="adj1" fmla="val 0"/>
                <a:gd name="adj2" fmla="val 50519"/>
              </a:avLst>
            </a:prstGeom>
            <a:ln w="12700" cap="flat">
              <a:solidFill>
                <a:schemeClr val="tx1">
                  <a:lumMod val="75000"/>
                  <a:lumOff val="25000"/>
                </a:schemeClr>
              </a:solidFill>
              <a:round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矩形: 圆角 145">
              <a:extLst>
                <a:ext uri="{FF2B5EF4-FFF2-40B4-BE49-F238E27FC236}">
                  <a16:creationId xmlns:a16="http://schemas.microsoft.com/office/drawing/2014/main" id="{5D06D3F2-9929-9AD6-8575-B32A955096B8}"/>
                </a:ext>
              </a:extLst>
            </p:cNvPr>
            <p:cNvSpPr/>
            <p:nvPr/>
          </p:nvSpPr>
          <p:spPr>
            <a:xfrm rot="16200000">
              <a:off x="9605378" y="4451415"/>
              <a:ext cx="1068372" cy="506556"/>
            </a:xfrm>
            <a:prstGeom prst="roundRect">
              <a:avLst>
                <a:gd name="adj" fmla="val 19608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Continuous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Head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7" name="左大括号 146">
              <a:extLst>
                <a:ext uri="{FF2B5EF4-FFF2-40B4-BE49-F238E27FC236}">
                  <a16:creationId xmlns:a16="http://schemas.microsoft.com/office/drawing/2014/main" id="{E0C04A12-8230-7239-6331-C630E112CF62}"/>
                </a:ext>
              </a:extLst>
            </p:cNvPr>
            <p:cNvSpPr/>
            <p:nvPr/>
          </p:nvSpPr>
          <p:spPr>
            <a:xfrm>
              <a:off x="10409238" y="4314825"/>
              <a:ext cx="289718" cy="771525"/>
            </a:xfrm>
            <a:prstGeom prst="leftBrace">
              <a:avLst>
                <a:gd name="adj1" fmla="val 0"/>
                <a:gd name="adj2" fmla="val 50830"/>
              </a:avLst>
            </a:prstGeom>
            <a:ln w="12700" cap="flat">
              <a:solidFill>
                <a:schemeClr val="tx1">
                  <a:lumMod val="75000"/>
                  <a:lumOff val="25000"/>
                </a:schemeClr>
              </a:solidFill>
              <a:round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矩形: 圆角 147">
                  <a:extLst>
                    <a:ext uri="{FF2B5EF4-FFF2-40B4-BE49-F238E27FC236}">
                      <a16:creationId xmlns:a16="http://schemas.microsoft.com/office/drawing/2014/main" id="{FCF6DE88-B2DF-1F23-F57A-2633026A32CF}"/>
                    </a:ext>
                  </a:extLst>
                </p:cNvPr>
                <p:cNvSpPr/>
                <p:nvPr/>
              </p:nvSpPr>
              <p:spPr>
                <a:xfrm>
                  <a:off x="10699683" y="4170507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rgbClr val="B9CAE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zh-CN" altLang="en-US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55" name="矩形: 圆角 1054">
                  <a:extLst>
                    <a:ext uri="{FF2B5EF4-FFF2-40B4-BE49-F238E27FC236}">
                      <a16:creationId xmlns:a16="http://schemas.microsoft.com/office/drawing/2014/main" id="{8AE01888-CC31-6819-ACE1-AD7C73F004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9683" y="4170507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矩形: 圆角 148">
                  <a:extLst>
                    <a:ext uri="{FF2B5EF4-FFF2-40B4-BE49-F238E27FC236}">
                      <a16:creationId xmlns:a16="http://schemas.microsoft.com/office/drawing/2014/main" id="{ADE88E1D-983D-DB3A-1BC9-AADCABC6C031}"/>
                    </a:ext>
                  </a:extLst>
                </p:cNvPr>
                <p:cNvSpPr/>
                <p:nvPr/>
              </p:nvSpPr>
              <p:spPr>
                <a:xfrm>
                  <a:off x="10699683" y="4934888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solidFill>
                  <a:srgbClr val="B9CAE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zh-CN" altLang="en-US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6" name="矩形: 圆角 1055">
                  <a:extLst>
                    <a:ext uri="{FF2B5EF4-FFF2-40B4-BE49-F238E27FC236}">
                      <a16:creationId xmlns:a16="http://schemas.microsoft.com/office/drawing/2014/main" id="{53EA1266-FCCB-CC11-0C15-3EF5FA624B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9683" y="4934888"/>
                  <a:ext cx="380999" cy="303706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DD48BA3D-504D-C385-37AE-D162091CF8AB}"/>
                </a:ext>
              </a:extLst>
            </p:cNvPr>
            <p:cNvSpPr/>
            <p:nvPr/>
          </p:nvSpPr>
          <p:spPr>
            <a:xfrm rot="16200000">
              <a:off x="11081750" y="4562131"/>
              <a:ext cx="936771" cy="255034"/>
            </a:xfrm>
            <a:prstGeom prst="roundRect">
              <a:avLst>
                <a:gd name="adj" fmla="val 25090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Sampling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1" name="连接符: 肘形 150">
              <a:extLst>
                <a:ext uri="{FF2B5EF4-FFF2-40B4-BE49-F238E27FC236}">
                  <a16:creationId xmlns:a16="http://schemas.microsoft.com/office/drawing/2014/main" id="{BBC331DC-6C97-463A-10ED-0CEA6576EE75}"/>
                </a:ext>
              </a:extLst>
            </p:cNvPr>
            <p:cNvCxnSpPr>
              <a:cxnSpLocks/>
              <a:stCxn id="148" idx="3"/>
              <a:endCxn id="150" idx="0"/>
            </p:cNvCxnSpPr>
            <p:nvPr/>
          </p:nvCxnSpPr>
          <p:spPr>
            <a:xfrm>
              <a:off x="11080682" y="4322360"/>
              <a:ext cx="341937" cy="36728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连接符: 肘形 151">
              <a:extLst>
                <a:ext uri="{FF2B5EF4-FFF2-40B4-BE49-F238E27FC236}">
                  <a16:creationId xmlns:a16="http://schemas.microsoft.com/office/drawing/2014/main" id="{E4EAEC08-47BF-B164-2FBA-2AEB3B085A13}"/>
                </a:ext>
              </a:extLst>
            </p:cNvPr>
            <p:cNvCxnSpPr>
              <a:cxnSpLocks/>
              <a:stCxn id="149" idx="3"/>
              <a:endCxn id="150" idx="0"/>
            </p:cNvCxnSpPr>
            <p:nvPr/>
          </p:nvCxnSpPr>
          <p:spPr>
            <a:xfrm flipV="1">
              <a:off x="11080682" y="4689648"/>
              <a:ext cx="341937" cy="39709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9B4BFFDE-5D88-CF12-1D31-D7BF295CB4D8}"/>
                </a:ext>
              </a:extLst>
            </p:cNvPr>
            <p:cNvCxnSpPr>
              <a:cxnSpLocks/>
              <a:stCxn id="150" idx="2"/>
              <a:endCxn id="154" idx="0"/>
            </p:cNvCxnSpPr>
            <p:nvPr/>
          </p:nvCxnSpPr>
          <p:spPr>
            <a:xfrm flipV="1">
              <a:off x="11677653" y="4688775"/>
              <a:ext cx="164068" cy="873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BF22502A-912D-4750-4F6B-E1309045CE68}"/>
                </a:ext>
              </a:extLst>
            </p:cNvPr>
            <p:cNvSpPr/>
            <p:nvPr/>
          </p:nvSpPr>
          <p:spPr>
            <a:xfrm rot="16200000">
              <a:off x="11450969" y="4561258"/>
              <a:ext cx="1036537" cy="255034"/>
            </a:xfrm>
            <a:prstGeom prst="roundRect">
              <a:avLst>
                <a:gd name="adj" fmla="val 25090"/>
              </a:avLst>
            </a:prstGeom>
            <a:solidFill>
              <a:srgbClr val="B9CA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Tanh squash</a:t>
              </a:r>
            </a:p>
          </p:txBody>
        </p: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6AC2EA0D-56B3-1DF0-11DC-253CF290CDC4}"/>
                </a:ext>
              </a:extLst>
            </p:cNvPr>
            <p:cNvCxnSpPr>
              <a:cxnSpLocks/>
              <a:endCxn id="156" idx="0"/>
            </p:cNvCxnSpPr>
            <p:nvPr/>
          </p:nvCxnSpPr>
          <p:spPr>
            <a:xfrm flipV="1">
              <a:off x="12096754" y="4688774"/>
              <a:ext cx="164067" cy="874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矩形: 圆角 155">
                  <a:extLst>
                    <a:ext uri="{FF2B5EF4-FFF2-40B4-BE49-F238E27FC236}">
                      <a16:creationId xmlns:a16="http://schemas.microsoft.com/office/drawing/2014/main" id="{79041AE0-0235-A6BD-8D7F-75F7EE1C3B58}"/>
                    </a:ext>
                  </a:extLst>
                </p:cNvPr>
                <p:cNvSpPr/>
                <p:nvPr/>
              </p:nvSpPr>
              <p:spPr>
                <a:xfrm rot="16200000">
                  <a:off x="11948173" y="4483154"/>
                  <a:ext cx="1036537" cy="411241"/>
                </a:xfrm>
                <a:prstGeom prst="roundRect">
                  <a:avLst>
                    <a:gd name="adj" fmla="val 25090"/>
                  </a:avLst>
                </a:prstGeom>
                <a:solidFill>
                  <a:srgbClr val="B9CAE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Scale to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zh-CN" altLang="zh-CN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altLang="zh-CN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en-US" altLang="zh-CN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altLang="zh-CN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64" name="矩形: 圆角 1063">
                  <a:extLst>
                    <a:ext uri="{FF2B5EF4-FFF2-40B4-BE49-F238E27FC236}">
                      <a16:creationId xmlns:a16="http://schemas.microsoft.com/office/drawing/2014/main" id="{5F0BBF7B-7342-1810-C055-A7FFB345C1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948173" y="4483154"/>
                  <a:ext cx="1036537" cy="411241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6"/>
                  <a:stretch>
                    <a:fillRect l="-4286" r="-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00FB6CA0-4D94-39F2-A0E5-D859846E5A7F}"/>
                </a:ext>
              </a:extLst>
            </p:cNvPr>
            <p:cNvCxnSpPr>
              <a:cxnSpLocks/>
              <a:stCxn id="156" idx="1"/>
            </p:cNvCxnSpPr>
            <p:nvPr/>
          </p:nvCxnSpPr>
          <p:spPr>
            <a:xfrm>
              <a:off x="12466442" y="5207043"/>
              <a:ext cx="0" cy="184846"/>
            </a:xfrm>
            <a:prstGeom prst="straightConnector1">
              <a:avLst/>
            </a:prstGeom>
            <a:ln w="12700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矩形: 圆角 157">
                  <a:extLst>
                    <a:ext uri="{FF2B5EF4-FFF2-40B4-BE49-F238E27FC236}">
                      <a16:creationId xmlns:a16="http://schemas.microsoft.com/office/drawing/2014/main" id="{1C5205C0-4DEA-2C04-4BA8-E27227EA28DB}"/>
                    </a:ext>
                  </a:extLst>
                </p:cNvPr>
                <p:cNvSpPr/>
                <p:nvPr/>
              </p:nvSpPr>
              <p:spPr>
                <a:xfrm>
                  <a:off x="12237245" y="5391888"/>
                  <a:ext cx="466724" cy="403905"/>
                </a:xfrm>
                <a:prstGeom prst="roundRect">
                  <a:avLst>
                    <a:gd name="adj" fmla="val 25090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6" name="矩形: 圆角 1065">
                  <a:extLst>
                    <a:ext uri="{FF2B5EF4-FFF2-40B4-BE49-F238E27FC236}">
                      <a16:creationId xmlns:a16="http://schemas.microsoft.com/office/drawing/2014/main" id="{665C1B90-775B-7ED6-D6AC-5D4506266C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7245" y="5391888"/>
                  <a:ext cx="466724" cy="403905"/>
                </a:xfrm>
                <a:prstGeom prst="roundRect">
                  <a:avLst>
                    <a:gd name="adj" fmla="val 25090"/>
                  </a:avLst>
                </a:prstGeom>
                <a:blipFill>
                  <a:blip r:embed="rId17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连接符: 肘形 158">
              <a:extLst>
                <a:ext uri="{FF2B5EF4-FFF2-40B4-BE49-F238E27FC236}">
                  <a16:creationId xmlns:a16="http://schemas.microsoft.com/office/drawing/2014/main" id="{FD66AAFB-F503-3F78-FAF6-1ECE0A7A2241}"/>
                </a:ext>
              </a:extLst>
            </p:cNvPr>
            <p:cNvCxnSpPr>
              <a:cxnSpLocks/>
              <a:endCxn id="160" idx="1"/>
            </p:cNvCxnSpPr>
            <p:nvPr/>
          </p:nvCxnSpPr>
          <p:spPr>
            <a:xfrm>
              <a:off x="8550253" y="3534719"/>
              <a:ext cx="1193695" cy="559095"/>
            </a:xfrm>
            <a:prstGeom prst="bentConnector3">
              <a:avLst>
                <a:gd name="adj1" fmla="val 39494"/>
              </a:avLst>
            </a:prstGeom>
            <a:ln w="31750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左中括号 159">
              <a:extLst>
                <a:ext uri="{FF2B5EF4-FFF2-40B4-BE49-F238E27FC236}">
                  <a16:creationId xmlns:a16="http://schemas.microsoft.com/office/drawing/2014/main" id="{F1B91775-8F67-EE97-00FA-3510050BE953}"/>
                </a:ext>
              </a:extLst>
            </p:cNvPr>
            <p:cNvSpPr/>
            <p:nvPr/>
          </p:nvSpPr>
          <p:spPr>
            <a:xfrm>
              <a:off x="9743948" y="3392523"/>
              <a:ext cx="80395" cy="1402582"/>
            </a:xfrm>
            <a:prstGeom prst="leftBracket">
              <a:avLst/>
            </a:prstGeom>
            <a:ln w="22225" cap="flat">
              <a:solidFill>
                <a:schemeClr val="tx1">
                  <a:lumMod val="75000"/>
                  <a:lumOff val="25000"/>
                </a:schemeClr>
              </a:soli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F0D977E0-6CF6-57BC-2BED-BA158F77E5CB}"/>
                </a:ext>
              </a:extLst>
            </p:cNvPr>
            <p:cNvSpPr txBox="1"/>
            <p:nvPr/>
          </p:nvSpPr>
          <p:spPr>
            <a:xfrm>
              <a:off x="10092231" y="1171573"/>
              <a:ext cx="185783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+mj-ea"/>
                  <a:ea typeface="+mj-ea"/>
                  <a:cs typeface="Times New Roman" panose="02020603050405020304" pitchFamily="18" charset="0"/>
                </a:rPr>
                <a:t>Critic Network</a:t>
              </a:r>
              <a:endParaRPr lang="zh-CN" altLang="en-US" sz="1400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9B013934-41D5-8867-A947-1C4A8C5FE169}"/>
                </a:ext>
              </a:extLst>
            </p:cNvPr>
            <p:cNvSpPr txBox="1"/>
            <p:nvPr/>
          </p:nvSpPr>
          <p:spPr>
            <a:xfrm>
              <a:off x="10092231" y="2599926"/>
              <a:ext cx="185783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+mj-ea"/>
                  <a:ea typeface="+mj-ea"/>
                  <a:cs typeface="Times New Roman" panose="02020603050405020304" pitchFamily="18" charset="0"/>
                </a:rPr>
                <a:t>Actor Networks</a:t>
              </a:r>
              <a:endParaRPr lang="zh-CN" altLang="en-US" sz="1400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5689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7B69392-24C6-D51E-1C31-6DC4D5BBC1AE}"/>
              </a:ext>
            </a:extLst>
          </p:cNvPr>
          <p:cNvGrpSpPr/>
          <p:nvPr/>
        </p:nvGrpSpPr>
        <p:grpSpPr>
          <a:xfrm>
            <a:off x="604758" y="2013876"/>
            <a:ext cx="11587242" cy="3461472"/>
            <a:chOff x="396652" y="3233076"/>
            <a:chExt cx="11587242" cy="3461472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5D278E44-2E55-3F4E-767B-6963B2B2FF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395" y="4219326"/>
              <a:ext cx="0" cy="1123015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365E4665-FC83-CC52-C939-DA43E9C0F699}"/>
                </a:ext>
              </a:extLst>
            </p:cNvPr>
            <p:cNvCxnSpPr>
              <a:cxnSpLocks/>
            </p:cNvCxnSpPr>
            <p:nvPr/>
          </p:nvCxnSpPr>
          <p:spPr>
            <a:xfrm>
              <a:off x="2033451" y="4219326"/>
              <a:ext cx="0" cy="1123015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9F332839-884E-E5EA-731F-64FA01A99615}"/>
                </a:ext>
              </a:extLst>
            </p:cNvPr>
            <p:cNvSpPr/>
            <p:nvPr/>
          </p:nvSpPr>
          <p:spPr>
            <a:xfrm>
              <a:off x="396652" y="3794585"/>
              <a:ext cx="2137541" cy="424741"/>
            </a:xfrm>
            <a:prstGeom prst="roundRect">
              <a:avLst>
                <a:gd name="adj" fmla="val 19608"/>
              </a:avLst>
            </a:prstGeom>
            <a:solidFill>
              <a:srgbClr val="BED7EE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RL Agent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(transformer Actor-</a:t>
              </a:r>
              <a:r>
                <a:rPr lang="en-US" altLang="zh-CN" sz="12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cirtic</a:t>
              </a:r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AB6D19C3-6E9D-05F3-9F43-ECB25FCFFC69}"/>
                    </a:ext>
                  </a:extLst>
                </p:cNvPr>
                <p:cNvSpPr/>
                <p:nvPr/>
              </p:nvSpPr>
              <p:spPr>
                <a:xfrm>
                  <a:off x="1532708" y="4640177"/>
                  <a:ext cx="1001485" cy="281313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altLang="zh-CN" sz="1400" b="0" i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1400" i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action</a:t>
                  </a:r>
                  <a:r>
                    <a:rPr lang="en-US" altLang="zh-CN" sz="1400" b="0" i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AB6D19C3-6E9D-05F3-9F43-ECB25FCFFC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2708" y="4640177"/>
                  <a:ext cx="1001485" cy="281313"/>
                </a:xfrm>
                <a:prstGeom prst="rect">
                  <a:avLst/>
                </a:prstGeom>
                <a:blipFill>
                  <a:blip r:embed="rId2"/>
                  <a:stretch>
                    <a:fillRect t="-4167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A853F032-6F2B-0EB6-86C0-09FD3A449122}"/>
                    </a:ext>
                  </a:extLst>
                </p:cNvPr>
                <p:cNvSpPr/>
                <p:nvPr/>
              </p:nvSpPr>
              <p:spPr>
                <a:xfrm>
                  <a:off x="396652" y="4640177"/>
                  <a:ext cx="1001485" cy="281313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A853F032-6F2B-0EB6-86C0-09FD3A4491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652" y="4640177"/>
                  <a:ext cx="1001485" cy="28131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B05FC68-52D2-AA86-3D90-75802CB7345D}"/>
                </a:ext>
              </a:extLst>
            </p:cNvPr>
            <p:cNvSpPr/>
            <p:nvPr/>
          </p:nvSpPr>
          <p:spPr>
            <a:xfrm>
              <a:off x="396652" y="5342341"/>
              <a:ext cx="2137541" cy="424741"/>
            </a:xfrm>
            <a:prstGeom prst="roundRect">
              <a:avLst>
                <a:gd name="adj" fmla="val 19608"/>
              </a:avLst>
            </a:prstGeom>
            <a:solidFill>
              <a:srgbClr val="D7D7D7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Environment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Metro Simulation Env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E82E5CF-6544-8189-23CD-9513CF5C5715}"/>
                </a:ext>
              </a:extLst>
            </p:cNvPr>
            <p:cNvSpPr/>
            <p:nvPr/>
          </p:nvSpPr>
          <p:spPr>
            <a:xfrm>
              <a:off x="3512639" y="4539839"/>
              <a:ext cx="3059611" cy="580799"/>
            </a:xfrm>
            <a:prstGeom prst="roundRect">
              <a:avLst>
                <a:gd name="adj" fmla="val 16667"/>
              </a:avLst>
            </a:prstGeom>
            <a:solidFill>
              <a:srgbClr val="B6C7EA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392127A4-B7CA-A928-926A-2B61751B7F01}"/>
                    </a:ext>
                  </a:extLst>
                </p:cNvPr>
                <p:cNvSpPr/>
                <p:nvPr/>
              </p:nvSpPr>
              <p:spPr>
                <a:xfrm>
                  <a:off x="3618437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392127A4-B7CA-A928-926A-2B61751B7F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8437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4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52B13FF5-CFD6-3BA9-66DC-53F5CE40E029}"/>
                    </a:ext>
                  </a:extLst>
                </p:cNvPr>
                <p:cNvSpPr/>
                <p:nvPr/>
              </p:nvSpPr>
              <p:spPr>
                <a:xfrm>
                  <a:off x="3936299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52B13FF5-CFD6-3BA9-66DC-53F5CE40E0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6299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: 圆角 12">
                  <a:extLst>
                    <a:ext uri="{FF2B5EF4-FFF2-40B4-BE49-F238E27FC236}">
                      <a16:creationId xmlns:a16="http://schemas.microsoft.com/office/drawing/2014/main" id="{A3E5D88A-FE8E-D2C6-C11A-10BFF03CC1D0}"/>
                    </a:ext>
                  </a:extLst>
                </p:cNvPr>
                <p:cNvSpPr/>
                <p:nvPr/>
              </p:nvSpPr>
              <p:spPr>
                <a:xfrm>
                  <a:off x="4254161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" name="矩形: 圆角 12">
                  <a:extLst>
                    <a:ext uri="{FF2B5EF4-FFF2-40B4-BE49-F238E27FC236}">
                      <a16:creationId xmlns:a16="http://schemas.microsoft.com/office/drawing/2014/main" id="{A3E5D88A-FE8E-D2C6-C11A-10BFF03CC1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161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6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: 圆角 13">
                  <a:extLst>
                    <a:ext uri="{FF2B5EF4-FFF2-40B4-BE49-F238E27FC236}">
                      <a16:creationId xmlns:a16="http://schemas.microsoft.com/office/drawing/2014/main" id="{B47038D0-28E0-F86F-43B8-F2DBED6A9E3F}"/>
                    </a:ext>
                  </a:extLst>
                </p:cNvPr>
                <p:cNvSpPr/>
                <p:nvPr/>
              </p:nvSpPr>
              <p:spPr>
                <a:xfrm>
                  <a:off x="4572022" y="4670560"/>
                  <a:ext cx="383179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zh-CN" alt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CN" alt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矩形: 圆角 13">
                  <a:extLst>
                    <a:ext uri="{FF2B5EF4-FFF2-40B4-BE49-F238E27FC236}">
                      <a16:creationId xmlns:a16="http://schemas.microsoft.com/office/drawing/2014/main" id="{B47038D0-28E0-F86F-43B8-F2DBED6A9E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22" y="4670560"/>
                  <a:ext cx="383179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7"/>
                  <a:stretch>
                    <a:fillRect l="-9231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63A52B39-787A-5B5D-A2F1-C846908974FB}"/>
                    </a:ext>
                  </a:extLst>
                </p:cNvPr>
                <p:cNvSpPr/>
                <p:nvPr/>
              </p:nvSpPr>
              <p:spPr>
                <a:xfrm>
                  <a:off x="5150736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63A52B39-787A-5B5D-A2F1-C846908974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0736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4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: 圆角 15">
                  <a:extLst>
                    <a:ext uri="{FF2B5EF4-FFF2-40B4-BE49-F238E27FC236}">
                      <a16:creationId xmlns:a16="http://schemas.microsoft.com/office/drawing/2014/main" id="{6E501BCE-67A9-CEA3-CDF9-BC4148F171D8}"/>
                    </a:ext>
                  </a:extLst>
                </p:cNvPr>
                <p:cNvSpPr/>
                <p:nvPr/>
              </p:nvSpPr>
              <p:spPr>
                <a:xfrm>
                  <a:off x="5468598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" name="矩形: 圆角 15">
                  <a:extLst>
                    <a:ext uri="{FF2B5EF4-FFF2-40B4-BE49-F238E27FC236}">
                      <a16:creationId xmlns:a16="http://schemas.microsoft.com/office/drawing/2014/main" id="{6E501BCE-67A9-CEA3-CDF9-BC4148F171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8598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8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: 圆角 16">
                  <a:extLst>
                    <a:ext uri="{FF2B5EF4-FFF2-40B4-BE49-F238E27FC236}">
                      <a16:creationId xmlns:a16="http://schemas.microsoft.com/office/drawing/2014/main" id="{05A5F790-B81D-5CD1-1F5C-0FE31F57B65E}"/>
                    </a:ext>
                  </a:extLst>
                </p:cNvPr>
                <p:cNvSpPr/>
                <p:nvPr/>
              </p:nvSpPr>
              <p:spPr>
                <a:xfrm>
                  <a:off x="5786460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" name="矩形: 圆角 16">
                  <a:extLst>
                    <a:ext uri="{FF2B5EF4-FFF2-40B4-BE49-F238E27FC236}">
                      <a16:creationId xmlns:a16="http://schemas.microsoft.com/office/drawing/2014/main" id="{05A5F790-B81D-5CD1-1F5C-0FE31F57B6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6460" y="4670561"/>
                  <a:ext cx="317862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9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: 圆角 17">
                  <a:extLst>
                    <a:ext uri="{FF2B5EF4-FFF2-40B4-BE49-F238E27FC236}">
                      <a16:creationId xmlns:a16="http://schemas.microsoft.com/office/drawing/2014/main" id="{84EE8028-9B84-D009-4AC8-8601691D7815}"/>
                    </a:ext>
                  </a:extLst>
                </p:cNvPr>
                <p:cNvSpPr/>
                <p:nvPr/>
              </p:nvSpPr>
              <p:spPr>
                <a:xfrm>
                  <a:off x="6104321" y="4670560"/>
                  <a:ext cx="383179" cy="31935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zh-CN" alt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CN" alt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矩形: 圆角 17">
                  <a:extLst>
                    <a:ext uri="{FF2B5EF4-FFF2-40B4-BE49-F238E27FC236}">
                      <a16:creationId xmlns:a16="http://schemas.microsoft.com/office/drawing/2014/main" id="{84EE8028-9B84-D009-4AC8-8601691D78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4321" y="4670560"/>
                  <a:ext cx="383179" cy="319355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0"/>
                  <a:stretch>
                    <a:fillRect l="-10938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C9BC747-E658-8942-0F97-3E5D1E837AED}"/>
                </a:ext>
              </a:extLst>
            </p:cNvPr>
            <p:cNvSpPr txBox="1"/>
            <p:nvPr/>
          </p:nvSpPr>
          <p:spPr>
            <a:xfrm>
              <a:off x="4878307" y="4583310"/>
              <a:ext cx="28803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368481F-880E-D3D1-34F0-C6C0BEC76A58}"/>
                </a:ext>
              </a:extLst>
            </p:cNvPr>
            <p:cNvSpPr txBox="1"/>
            <p:nvPr/>
          </p:nvSpPr>
          <p:spPr>
            <a:xfrm>
              <a:off x="4276294" y="4284575"/>
              <a:ext cx="153229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Replay Buffer</a:t>
              </a: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3A7286D3-F6F4-778A-17C0-1348B3EBF364}"/>
                </a:ext>
              </a:extLst>
            </p:cNvPr>
            <p:cNvSpPr/>
            <p:nvPr/>
          </p:nvSpPr>
          <p:spPr>
            <a:xfrm>
              <a:off x="6988799" y="4472666"/>
              <a:ext cx="1123794" cy="715142"/>
            </a:xfrm>
            <a:prstGeom prst="roundRect">
              <a:avLst>
                <a:gd name="adj" fmla="val 19608"/>
              </a:avLst>
            </a:prstGeom>
            <a:solidFill>
              <a:srgbClr val="F8CDA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GAE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Calculation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EC1D5E1B-D61F-9741-9E0D-082131BDF67E}"/>
                    </a:ext>
                  </a:extLst>
                </p:cNvPr>
                <p:cNvSpPr/>
                <p:nvPr/>
              </p:nvSpPr>
              <p:spPr>
                <a:xfrm>
                  <a:off x="8668244" y="3417474"/>
                  <a:ext cx="1001485" cy="715142"/>
                </a:xfrm>
                <a:prstGeom prst="rect">
                  <a:avLst/>
                </a:prstGeom>
                <a:solidFill>
                  <a:srgbClr val="F8CDA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Clip Loss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zh-CN" sz="18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𝑐𝑙𝑖𝑝</m:t>
                            </m:r>
                          </m:sup>
                        </m:s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EC1D5E1B-D61F-9741-9E0D-082131BDF6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8244" y="3417474"/>
                  <a:ext cx="1001485" cy="71514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68DBD49A-6D21-CEA1-7B3B-4D9C16C8B6AF}"/>
                    </a:ext>
                  </a:extLst>
                </p:cNvPr>
                <p:cNvSpPr/>
                <p:nvPr/>
              </p:nvSpPr>
              <p:spPr>
                <a:xfrm>
                  <a:off x="8668245" y="4472666"/>
                  <a:ext cx="1001485" cy="715142"/>
                </a:xfrm>
                <a:prstGeom prst="rect">
                  <a:avLst/>
                </a:prstGeom>
                <a:solidFill>
                  <a:srgbClr val="F8CDA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Value Loss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𝑣𝑎𝑙</m:t>
                            </m:r>
                          </m:sup>
                        </m:s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68DBD49A-6D21-CEA1-7B3B-4D9C16C8B6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8245" y="4472666"/>
                  <a:ext cx="1001485" cy="71514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6991C707-ABCC-F2AD-5573-55BD4E75B5E5}"/>
                    </a:ext>
                  </a:extLst>
                </p:cNvPr>
                <p:cNvSpPr/>
                <p:nvPr/>
              </p:nvSpPr>
              <p:spPr>
                <a:xfrm>
                  <a:off x="8668244" y="5527858"/>
                  <a:ext cx="1001485" cy="715142"/>
                </a:xfrm>
                <a:prstGeom prst="rect">
                  <a:avLst/>
                </a:prstGeom>
                <a:solidFill>
                  <a:srgbClr val="F8CDA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Entropy Bonus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𝑒𝑛𝑡</m:t>
                            </m:r>
                          </m:sup>
                        </m:sSup>
                      </m:oMath>
                    </m:oMathPara>
                  </a14:m>
                  <a:endPara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6991C707-ABCC-F2AD-5573-55BD4E75B5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8244" y="5527858"/>
                  <a:ext cx="1001485" cy="715142"/>
                </a:xfrm>
                <a:prstGeom prst="rect">
                  <a:avLst/>
                </a:prstGeom>
                <a:blipFill>
                  <a:blip r:embed="rId13"/>
                  <a:stretch>
                    <a:fillRect t="-16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流程图: 接点 24">
              <a:extLst>
                <a:ext uri="{FF2B5EF4-FFF2-40B4-BE49-F238E27FC236}">
                  <a16:creationId xmlns:a16="http://schemas.microsoft.com/office/drawing/2014/main" id="{223E49DC-A49C-F4A9-805A-0CE275F1CF2E}"/>
                </a:ext>
              </a:extLst>
            </p:cNvPr>
            <p:cNvSpPr/>
            <p:nvPr/>
          </p:nvSpPr>
          <p:spPr>
            <a:xfrm>
              <a:off x="10088829" y="4713352"/>
              <a:ext cx="233770" cy="233770"/>
            </a:xfrm>
            <a:prstGeom prst="flowChartConnector">
              <a:avLst/>
            </a:prstGeom>
            <a:solidFill>
              <a:srgbClr val="F8CDA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ED97CAF-6648-004A-3F3B-7D063D186865}"/>
                    </a:ext>
                  </a:extLst>
                </p:cNvPr>
                <p:cNvSpPr txBox="1"/>
                <p:nvPr/>
              </p:nvSpPr>
              <p:spPr>
                <a:xfrm>
                  <a:off x="10064489" y="4722515"/>
                  <a:ext cx="28244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∑</m:t>
                        </m:r>
                      </m:oMath>
                    </m:oMathPara>
                  </a14:m>
                  <a:endParaRPr lang="zh-CN" altLang="en-US" sz="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ED97CAF-6648-004A-3F3B-7D063D186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4489" y="4722515"/>
                  <a:ext cx="282449" cy="215444"/>
                </a:xfrm>
                <a:prstGeom prst="rect">
                  <a:avLst/>
                </a:prstGeom>
                <a:blipFill>
                  <a:blip r:embed="rId14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: 圆角 26">
                  <a:extLst>
                    <a:ext uri="{FF2B5EF4-FFF2-40B4-BE49-F238E27FC236}">
                      <a16:creationId xmlns:a16="http://schemas.microsoft.com/office/drawing/2014/main" id="{59B7C824-8729-B3FB-FD76-3B8B30532C3A}"/>
                    </a:ext>
                  </a:extLst>
                </p:cNvPr>
                <p:cNvSpPr/>
                <p:nvPr/>
              </p:nvSpPr>
              <p:spPr>
                <a:xfrm>
                  <a:off x="10645138" y="4472666"/>
                  <a:ext cx="1150209" cy="715142"/>
                </a:xfrm>
                <a:prstGeom prst="roundRect">
                  <a:avLst>
                    <a:gd name="adj" fmla="val 19608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Total Loss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l-GR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矩形: 圆角 26">
                  <a:extLst>
                    <a:ext uri="{FF2B5EF4-FFF2-40B4-BE49-F238E27FC236}">
                      <a16:creationId xmlns:a16="http://schemas.microsoft.com/office/drawing/2014/main" id="{59B7C824-8729-B3FB-FD76-3B8B30532C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45138" y="4472666"/>
                  <a:ext cx="1150209" cy="715142"/>
                </a:xfrm>
                <a:prstGeom prst="roundRect">
                  <a:avLst>
                    <a:gd name="adj" fmla="val 19608"/>
                  </a:avLst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连接符: 肘形 27">
              <a:extLst>
                <a:ext uri="{FF2B5EF4-FFF2-40B4-BE49-F238E27FC236}">
                  <a16:creationId xmlns:a16="http://schemas.microsoft.com/office/drawing/2014/main" id="{B6FFE370-A228-1504-0FD0-E11E19C68E89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2534193" y="4038600"/>
              <a:ext cx="978446" cy="791639"/>
            </a:xfrm>
            <a:prstGeom prst="bentConnector3">
              <a:avLst>
                <a:gd name="adj1" fmla="val 15928"/>
              </a:avLst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E8A24A5-8506-F4D0-FD41-1D1CF44C4F21}"/>
                </a:ext>
              </a:extLst>
            </p:cNvPr>
            <p:cNvSpPr txBox="1"/>
            <p:nvPr/>
          </p:nvSpPr>
          <p:spPr>
            <a:xfrm>
              <a:off x="2626247" y="4284574"/>
              <a:ext cx="13239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Trajectory Batch</a:t>
              </a: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4235993E-31A1-871D-A9CE-01BD0C2316E1}"/>
                </a:ext>
              </a:extLst>
            </p:cNvPr>
            <p:cNvCxnSpPr>
              <a:stCxn id="10" idx="3"/>
              <a:endCxn id="21" idx="1"/>
            </p:cNvCxnSpPr>
            <p:nvPr/>
          </p:nvCxnSpPr>
          <p:spPr>
            <a:xfrm flipV="1">
              <a:off x="6572250" y="4830237"/>
              <a:ext cx="416549" cy="2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E7B12F52-0CC1-9809-B1FE-8F684D613AEE}"/>
                </a:ext>
              </a:extLst>
            </p:cNvPr>
            <p:cNvCxnSpPr>
              <a:stCxn id="21" idx="3"/>
              <a:endCxn id="23" idx="1"/>
            </p:cNvCxnSpPr>
            <p:nvPr/>
          </p:nvCxnSpPr>
          <p:spPr>
            <a:xfrm>
              <a:off x="8112593" y="4830237"/>
              <a:ext cx="555652" cy="0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连接符: 肘形 36">
              <a:extLst>
                <a:ext uri="{FF2B5EF4-FFF2-40B4-BE49-F238E27FC236}">
                  <a16:creationId xmlns:a16="http://schemas.microsoft.com/office/drawing/2014/main" id="{4867390C-87E8-4230-AB6B-374A6755B104}"/>
                </a:ext>
              </a:extLst>
            </p:cNvPr>
            <p:cNvCxnSpPr>
              <a:cxnSpLocks/>
              <a:stCxn id="21" idx="3"/>
              <a:endCxn id="24" idx="1"/>
            </p:cNvCxnSpPr>
            <p:nvPr/>
          </p:nvCxnSpPr>
          <p:spPr>
            <a:xfrm>
              <a:off x="8112593" y="4830237"/>
              <a:ext cx="555651" cy="1055192"/>
            </a:xfrm>
            <a:prstGeom prst="bentConnector3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321F01FC-31CD-911F-BC44-B4308B234225}"/>
                </a:ext>
              </a:extLst>
            </p:cNvPr>
            <p:cNvCxnSpPr>
              <a:cxnSpLocks/>
              <a:stCxn id="21" idx="3"/>
              <a:endCxn id="22" idx="1"/>
            </p:cNvCxnSpPr>
            <p:nvPr/>
          </p:nvCxnSpPr>
          <p:spPr>
            <a:xfrm flipV="1">
              <a:off x="8112593" y="3775045"/>
              <a:ext cx="555651" cy="1055192"/>
            </a:xfrm>
            <a:prstGeom prst="bentConnector3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FFA88CA9-2C40-876D-9AB5-7456D52B05A8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9669730" y="4830237"/>
              <a:ext cx="394759" cy="0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连接符: 肘形 43">
              <a:extLst>
                <a:ext uri="{FF2B5EF4-FFF2-40B4-BE49-F238E27FC236}">
                  <a16:creationId xmlns:a16="http://schemas.microsoft.com/office/drawing/2014/main" id="{A5E441B0-B9DB-8113-0F44-7AC1A3822FB2}"/>
                </a:ext>
              </a:extLst>
            </p:cNvPr>
            <p:cNvCxnSpPr>
              <a:cxnSpLocks/>
              <a:stCxn id="22" idx="3"/>
              <a:endCxn id="25" idx="0"/>
            </p:cNvCxnSpPr>
            <p:nvPr/>
          </p:nvCxnSpPr>
          <p:spPr>
            <a:xfrm>
              <a:off x="9669729" y="3775045"/>
              <a:ext cx="535985" cy="938307"/>
            </a:xfrm>
            <a:prstGeom prst="bentConnector2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3A377D86-F395-22AD-909A-0A497E693B1C}"/>
                </a:ext>
              </a:extLst>
            </p:cNvPr>
            <p:cNvCxnSpPr>
              <a:cxnSpLocks/>
              <a:stCxn id="24" idx="3"/>
              <a:endCxn id="26" idx="2"/>
            </p:cNvCxnSpPr>
            <p:nvPr/>
          </p:nvCxnSpPr>
          <p:spPr>
            <a:xfrm flipV="1">
              <a:off x="9669729" y="4937959"/>
              <a:ext cx="535985" cy="947470"/>
            </a:xfrm>
            <a:prstGeom prst="bentConnector2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9B9BA041-B1E3-7A74-8CDA-1C2C80A701DC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>
              <a:off x="10322599" y="4830237"/>
              <a:ext cx="322539" cy="0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连接符: 肘形 46">
              <a:extLst>
                <a:ext uri="{FF2B5EF4-FFF2-40B4-BE49-F238E27FC236}">
                  <a16:creationId xmlns:a16="http://schemas.microsoft.com/office/drawing/2014/main" id="{7F961340-5D37-36DB-CC61-FACA906D57E5}"/>
                </a:ext>
              </a:extLst>
            </p:cNvPr>
            <p:cNvCxnSpPr>
              <a:cxnSpLocks/>
              <a:stCxn id="27" idx="2"/>
              <a:endCxn id="9" idx="2"/>
            </p:cNvCxnSpPr>
            <p:nvPr/>
          </p:nvCxnSpPr>
          <p:spPr>
            <a:xfrm rot="5400000">
              <a:off x="6053196" y="600035"/>
              <a:ext cx="579274" cy="9754820"/>
            </a:xfrm>
            <a:prstGeom prst="bentConnector3">
              <a:avLst>
                <a:gd name="adj1" fmla="val 234832"/>
              </a:avLst>
            </a:prstGeom>
            <a:noFill/>
            <a:ln w="28575">
              <a:solidFill>
                <a:srgbClr val="A22428"/>
              </a:solidFill>
              <a:prstDash val="dash"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连接符: 肘形 47">
              <a:extLst>
                <a:ext uri="{FF2B5EF4-FFF2-40B4-BE49-F238E27FC236}">
                  <a16:creationId xmlns:a16="http://schemas.microsoft.com/office/drawing/2014/main" id="{7804328B-6871-EECB-5460-14A6A4743DCF}"/>
                </a:ext>
              </a:extLst>
            </p:cNvPr>
            <p:cNvCxnSpPr>
              <a:cxnSpLocks/>
              <a:stCxn id="27" idx="2"/>
              <a:endCxn id="6" idx="1"/>
            </p:cNvCxnSpPr>
            <p:nvPr/>
          </p:nvCxnSpPr>
          <p:spPr>
            <a:xfrm rot="5400000" flipH="1">
              <a:off x="5218022" y="-814413"/>
              <a:ext cx="1180852" cy="10823591"/>
            </a:xfrm>
            <a:prstGeom prst="bentConnector4">
              <a:avLst>
                <a:gd name="adj1" fmla="val -115146"/>
                <a:gd name="adj2" fmla="val 102112"/>
              </a:avLst>
            </a:prstGeom>
            <a:noFill/>
            <a:ln w="28575">
              <a:solidFill>
                <a:srgbClr val="A22428"/>
              </a:solidFill>
              <a:prstDash val="dash"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3D364149-5EB6-5796-1EE8-32F60AD9A38B}"/>
                </a:ext>
              </a:extLst>
            </p:cNvPr>
            <p:cNvSpPr/>
            <p:nvPr/>
          </p:nvSpPr>
          <p:spPr>
            <a:xfrm>
              <a:off x="6805361" y="3233077"/>
              <a:ext cx="5178533" cy="314865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73F08327-1579-DD21-66EE-BC9E3E3A1FF6}"/>
                    </a:ext>
                  </a:extLst>
                </p:cNvPr>
                <p:cNvSpPr/>
                <p:nvPr/>
              </p:nvSpPr>
              <p:spPr>
                <a:xfrm>
                  <a:off x="3923184" y="6413235"/>
                  <a:ext cx="2432752" cy="28131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i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Gradient Update / Backprop</a:t>
                  </a:r>
                </a:p>
              </p:txBody>
            </p:sp>
          </mc:Choice>
          <mc:Fallback xmlns=""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73F08327-1579-DD21-66EE-BC9E3E3A1F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184" y="6413235"/>
                  <a:ext cx="2432752" cy="281313"/>
                </a:xfrm>
                <a:prstGeom prst="rect">
                  <a:avLst/>
                </a:prstGeom>
                <a:blipFill>
                  <a:blip r:embed="rId16"/>
                  <a:stretch>
                    <a:fillRect t="-8333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821DF093-225F-33E3-1343-4EBAA48603D4}"/>
                </a:ext>
              </a:extLst>
            </p:cNvPr>
            <p:cNvSpPr txBox="1"/>
            <p:nvPr/>
          </p:nvSpPr>
          <p:spPr>
            <a:xfrm>
              <a:off x="6685435" y="3233076"/>
              <a:ext cx="210273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PPO Update Process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8789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E01F759-0A13-6A89-283D-14F37863D3B9}"/>
              </a:ext>
            </a:extLst>
          </p:cNvPr>
          <p:cNvGrpSpPr/>
          <p:nvPr/>
        </p:nvGrpSpPr>
        <p:grpSpPr>
          <a:xfrm>
            <a:off x="886829" y="492888"/>
            <a:ext cx="8752471" cy="5336411"/>
            <a:chOff x="277229" y="359539"/>
            <a:chExt cx="6314071" cy="376835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C96B7D0-6F19-079E-84EE-BC26C33CF7FB}"/>
                </a:ext>
              </a:extLst>
            </p:cNvPr>
            <p:cNvSpPr/>
            <p:nvPr/>
          </p:nvSpPr>
          <p:spPr>
            <a:xfrm>
              <a:off x="2261586" y="834502"/>
              <a:ext cx="914401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F8C25C6-B706-B293-9D6C-53A2EE19CBA1}"/>
                </a:ext>
              </a:extLst>
            </p:cNvPr>
            <p:cNvSpPr/>
            <p:nvPr/>
          </p:nvSpPr>
          <p:spPr>
            <a:xfrm>
              <a:off x="3175986" y="834502"/>
              <a:ext cx="1660125" cy="276999"/>
            </a:xfrm>
            <a:prstGeom prst="rect">
              <a:avLst/>
            </a:prstGeom>
            <a:pattFill prst="wdUpDiag">
              <a:fgClr>
                <a:srgbClr val="BAD3E9"/>
              </a:fgClr>
              <a:bgClr>
                <a:schemeClr val="bg1"/>
              </a:bgClr>
            </a:pattFill>
            <a:ln w="12700">
              <a:solidFill>
                <a:srgbClr val="C2DC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FACF556-2F46-792A-0077-7DC660D4C1C5}"/>
                </a:ext>
              </a:extLst>
            </p:cNvPr>
            <p:cNvSpPr/>
            <p:nvPr/>
          </p:nvSpPr>
          <p:spPr>
            <a:xfrm>
              <a:off x="3594716" y="1667496"/>
              <a:ext cx="914401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7BCD5D5-E982-89C4-FBC0-4DDB64E820AF}"/>
                </a:ext>
              </a:extLst>
            </p:cNvPr>
            <p:cNvSpPr/>
            <p:nvPr/>
          </p:nvSpPr>
          <p:spPr>
            <a:xfrm>
              <a:off x="4509116" y="1667496"/>
              <a:ext cx="1660125" cy="276999"/>
            </a:xfrm>
            <a:prstGeom prst="rect">
              <a:avLst/>
            </a:prstGeom>
            <a:pattFill prst="wdUpDiag">
              <a:fgClr>
                <a:srgbClr val="BAD3E9"/>
              </a:fgClr>
              <a:bgClr>
                <a:schemeClr val="bg1"/>
              </a:bgClr>
            </a:pattFill>
            <a:ln w="12700">
              <a:solidFill>
                <a:srgbClr val="C2DC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40B2E02-3BB7-01BB-7C8F-0A69A9AB87E5}"/>
                </a:ext>
              </a:extLst>
            </p:cNvPr>
            <p:cNvSpPr/>
            <p:nvPr/>
          </p:nvSpPr>
          <p:spPr>
            <a:xfrm>
              <a:off x="5011827" y="2482780"/>
              <a:ext cx="914401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2218E29-A751-D4A9-53A7-BB1DCD48188F}"/>
                </a:ext>
              </a:extLst>
            </p:cNvPr>
            <p:cNvSpPr/>
            <p:nvPr/>
          </p:nvSpPr>
          <p:spPr>
            <a:xfrm>
              <a:off x="5926228" y="2482780"/>
              <a:ext cx="243014" cy="276999"/>
            </a:xfrm>
            <a:prstGeom prst="rect">
              <a:avLst/>
            </a:prstGeom>
            <a:pattFill prst="wdUpDiag">
              <a:fgClr>
                <a:srgbClr val="BAD3E9"/>
              </a:fgClr>
              <a:bgClr>
                <a:schemeClr val="bg1"/>
              </a:bgClr>
            </a:pattFill>
            <a:ln w="12700">
              <a:solidFill>
                <a:srgbClr val="C2DC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77D4A620-E228-C57A-14A5-DB8CC56F7BCE}"/>
                </a:ext>
              </a:extLst>
            </p:cNvPr>
            <p:cNvSpPr/>
            <p:nvPr/>
          </p:nvSpPr>
          <p:spPr>
            <a:xfrm>
              <a:off x="3175986" y="1186220"/>
              <a:ext cx="360964" cy="590550"/>
            </a:xfrm>
            <a:custGeom>
              <a:avLst/>
              <a:gdLst>
                <a:gd name="connsiteX0" fmla="*/ 0 w 495300"/>
                <a:gd name="connsiteY0" fmla="*/ 0 h 742950"/>
                <a:gd name="connsiteX1" fmla="*/ 165100 w 495300"/>
                <a:gd name="connsiteY1" fmla="*/ 552450 h 742950"/>
                <a:gd name="connsiteX2" fmla="*/ 495300 w 495300"/>
                <a:gd name="connsiteY2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742950">
                  <a:moveTo>
                    <a:pt x="0" y="0"/>
                  </a:moveTo>
                  <a:cubicBezTo>
                    <a:pt x="41275" y="214312"/>
                    <a:pt x="82550" y="428625"/>
                    <a:pt x="165100" y="552450"/>
                  </a:cubicBezTo>
                  <a:cubicBezTo>
                    <a:pt x="247650" y="676275"/>
                    <a:pt x="368300" y="712258"/>
                    <a:pt x="495300" y="742950"/>
                  </a:cubicBezTo>
                </a:path>
              </a:pathLst>
            </a:custGeom>
            <a:noFill/>
            <a:ln w="28575">
              <a:solidFill>
                <a:schemeClr val="bg2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83C403A1-5358-D91D-0A38-2E1F155DB919}"/>
                </a:ext>
              </a:extLst>
            </p:cNvPr>
            <p:cNvSpPr/>
            <p:nvPr/>
          </p:nvSpPr>
          <p:spPr>
            <a:xfrm>
              <a:off x="4509115" y="2032776"/>
              <a:ext cx="413215" cy="588504"/>
            </a:xfrm>
            <a:custGeom>
              <a:avLst/>
              <a:gdLst>
                <a:gd name="connsiteX0" fmla="*/ 0 w 495300"/>
                <a:gd name="connsiteY0" fmla="*/ 0 h 742950"/>
                <a:gd name="connsiteX1" fmla="*/ 165100 w 495300"/>
                <a:gd name="connsiteY1" fmla="*/ 552450 h 742950"/>
                <a:gd name="connsiteX2" fmla="*/ 495300 w 495300"/>
                <a:gd name="connsiteY2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742950">
                  <a:moveTo>
                    <a:pt x="0" y="0"/>
                  </a:moveTo>
                  <a:cubicBezTo>
                    <a:pt x="41275" y="214312"/>
                    <a:pt x="82550" y="428625"/>
                    <a:pt x="165100" y="552450"/>
                  </a:cubicBezTo>
                  <a:cubicBezTo>
                    <a:pt x="247650" y="676275"/>
                    <a:pt x="368300" y="712258"/>
                    <a:pt x="495300" y="742950"/>
                  </a:cubicBezTo>
                </a:path>
              </a:pathLst>
            </a:custGeom>
            <a:noFill/>
            <a:ln w="28575">
              <a:solidFill>
                <a:schemeClr val="bg2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右大括号 11">
              <a:extLst>
                <a:ext uri="{FF2B5EF4-FFF2-40B4-BE49-F238E27FC236}">
                  <a16:creationId xmlns:a16="http://schemas.microsoft.com/office/drawing/2014/main" id="{EEA706B6-1005-CD06-3351-F705678B6A79}"/>
                </a:ext>
              </a:extLst>
            </p:cNvPr>
            <p:cNvSpPr/>
            <p:nvPr/>
          </p:nvSpPr>
          <p:spPr>
            <a:xfrm rot="16200000">
              <a:off x="3471124" y="-596833"/>
              <a:ext cx="155448" cy="2574525"/>
            </a:xfrm>
            <a:prstGeom prst="rightBrace">
              <a:avLst>
                <a:gd name="adj1" fmla="val 5735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右大括号 12">
              <a:extLst>
                <a:ext uri="{FF2B5EF4-FFF2-40B4-BE49-F238E27FC236}">
                  <a16:creationId xmlns:a16="http://schemas.microsoft.com/office/drawing/2014/main" id="{01B432F8-F1FE-B383-0307-21577A857867}"/>
                </a:ext>
              </a:extLst>
            </p:cNvPr>
            <p:cNvSpPr/>
            <p:nvPr/>
          </p:nvSpPr>
          <p:spPr>
            <a:xfrm rot="5400000">
              <a:off x="2641061" y="805399"/>
              <a:ext cx="155448" cy="914401"/>
            </a:xfrm>
            <a:prstGeom prst="rightBrace">
              <a:avLst>
                <a:gd name="adj1" fmla="val 5735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右大括号 13">
              <a:extLst>
                <a:ext uri="{FF2B5EF4-FFF2-40B4-BE49-F238E27FC236}">
                  <a16:creationId xmlns:a16="http://schemas.microsoft.com/office/drawing/2014/main" id="{9FB187FE-AD95-A744-0E23-001E30B583A7}"/>
                </a:ext>
              </a:extLst>
            </p:cNvPr>
            <p:cNvSpPr/>
            <p:nvPr/>
          </p:nvSpPr>
          <p:spPr>
            <a:xfrm rot="5400000">
              <a:off x="3928325" y="432539"/>
              <a:ext cx="155448" cy="1660123"/>
            </a:xfrm>
            <a:prstGeom prst="rightBrace">
              <a:avLst>
                <a:gd name="adj1" fmla="val 5735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F102B01E-8DCF-F794-0439-07D53741C8B5}"/>
                </a:ext>
              </a:extLst>
            </p:cNvPr>
            <p:cNvCxnSpPr>
              <a:cxnSpLocks/>
            </p:cNvCxnSpPr>
            <p:nvPr/>
          </p:nvCxnSpPr>
          <p:spPr>
            <a:xfrm>
              <a:off x="1787434" y="3672677"/>
              <a:ext cx="4803866" cy="0"/>
            </a:xfrm>
            <a:prstGeom prst="straightConnector1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0DD6161-B3A7-0DB5-EAD5-DBBB957760AE}"/>
                    </a:ext>
                  </a:extLst>
                </p:cNvPr>
                <p:cNvSpPr txBox="1"/>
                <p:nvPr/>
              </p:nvSpPr>
              <p:spPr>
                <a:xfrm>
                  <a:off x="2718785" y="359539"/>
                  <a:ext cx="1578792" cy="29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Planning Horizon </a:t>
                  </a:r>
                  <a14:m>
                    <m:oMath xmlns:m="http://schemas.openxmlformats.org/officeDocument/2006/math">
                      <m:r>
                        <a:rPr lang="en-US" altLang="zh-CN" sz="12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</m:oMath>
                  </a14:m>
                  <a:endParaRPr lang="zh-CN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0DD6161-B3A7-0DB5-EAD5-DBBB957760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8785" y="359539"/>
                  <a:ext cx="1578792" cy="291298"/>
                </a:xfrm>
                <a:prstGeom prst="rect">
                  <a:avLst/>
                </a:prstGeom>
                <a:blipFill>
                  <a:blip r:embed="rId2"/>
                  <a:stretch>
                    <a:fillRect t="-14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B45FA47-4585-7FBB-8DA4-44265DA4DB0F}"/>
                    </a:ext>
                  </a:extLst>
                </p:cNvPr>
                <p:cNvSpPr txBox="1"/>
                <p:nvPr/>
              </p:nvSpPr>
              <p:spPr>
                <a:xfrm>
                  <a:off x="1787434" y="1296976"/>
                  <a:ext cx="150658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2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Control Horizon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endParaRPr lang="zh-CN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B45FA47-4585-7FBB-8DA4-44265DA4DB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7434" y="1296976"/>
                  <a:ext cx="1506583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15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32EB3CF-C7D6-A792-542E-B11B94C0D9E9}"/>
                </a:ext>
              </a:extLst>
            </p:cNvPr>
            <p:cNvSpPr txBox="1"/>
            <p:nvPr/>
          </p:nvSpPr>
          <p:spPr>
            <a:xfrm>
              <a:off x="3262206" y="1296976"/>
              <a:ext cx="16601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Predicted &amp; Discarded</a:t>
              </a:r>
              <a:endParaRPr lang="zh-CN" alt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30493E4-DD9F-2A29-BB70-689D54DF1D7F}"/>
                </a:ext>
              </a:extLst>
            </p:cNvPr>
            <p:cNvSpPr/>
            <p:nvPr/>
          </p:nvSpPr>
          <p:spPr>
            <a:xfrm>
              <a:off x="2261586" y="3132346"/>
              <a:ext cx="914401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DC70932-A08F-5963-4306-B5C352EB3EE2}"/>
                </a:ext>
              </a:extLst>
            </p:cNvPr>
            <p:cNvSpPr/>
            <p:nvPr/>
          </p:nvSpPr>
          <p:spPr>
            <a:xfrm>
              <a:off x="3175987" y="3132346"/>
              <a:ext cx="418730" cy="276999"/>
            </a:xfrm>
            <a:prstGeom prst="rect">
              <a:avLst/>
            </a:prstGeom>
            <a:pattFill prst="wdUpDiag">
              <a:fgClr>
                <a:srgbClr val="BAD3E9"/>
              </a:fgClr>
              <a:bgClr>
                <a:schemeClr val="bg1"/>
              </a:bgClr>
            </a:pattFill>
            <a:ln w="12700">
              <a:solidFill>
                <a:srgbClr val="C2DC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86A08A9-BCD8-15CC-FA33-0BFE89675D6A}"/>
                </a:ext>
              </a:extLst>
            </p:cNvPr>
            <p:cNvSpPr/>
            <p:nvPr/>
          </p:nvSpPr>
          <p:spPr>
            <a:xfrm>
              <a:off x="3594716" y="3132345"/>
              <a:ext cx="914401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A0720AA-1FCC-D542-ACE7-6ABFB0FBA290}"/>
                </a:ext>
              </a:extLst>
            </p:cNvPr>
            <p:cNvSpPr/>
            <p:nvPr/>
          </p:nvSpPr>
          <p:spPr>
            <a:xfrm>
              <a:off x="4509115" y="3132346"/>
              <a:ext cx="502712" cy="276999"/>
            </a:xfrm>
            <a:prstGeom prst="rect">
              <a:avLst/>
            </a:prstGeom>
            <a:pattFill prst="wdUpDiag">
              <a:fgClr>
                <a:srgbClr val="BAD3E9"/>
              </a:fgClr>
              <a:bgClr>
                <a:schemeClr val="bg1"/>
              </a:bgClr>
            </a:pattFill>
            <a:ln w="12700">
              <a:solidFill>
                <a:srgbClr val="C2DC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6B83089-671C-250B-5B63-58F919174C3A}"/>
                </a:ext>
              </a:extLst>
            </p:cNvPr>
            <p:cNvSpPr/>
            <p:nvPr/>
          </p:nvSpPr>
          <p:spPr>
            <a:xfrm>
              <a:off x="5011827" y="3132345"/>
              <a:ext cx="914401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FC1DB94-074F-6271-E699-4EEB3E01E6FB}"/>
                </a:ext>
              </a:extLst>
            </p:cNvPr>
            <p:cNvSpPr/>
            <p:nvPr/>
          </p:nvSpPr>
          <p:spPr>
            <a:xfrm>
              <a:off x="5926226" y="3132346"/>
              <a:ext cx="243015" cy="276999"/>
            </a:xfrm>
            <a:prstGeom prst="rect">
              <a:avLst/>
            </a:prstGeom>
            <a:pattFill prst="wdUpDiag">
              <a:fgClr>
                <a:srgbClr val="BAD3E9"/>
              </a:fgClr>
              <a:bgClr>
                <a:schemeClr val="bg1"/>
              </a:bgClr>
            </a:pattFill>
            <a:ln w="12700">
              <a:solidFill>
                <a:srgbClr val="C2DC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F4B9B07-6641-0DEE-8195-F20D5FB0B244}"/>
                </a:ext>
              </a:extLst>
            </p:cNvPr>
            <p:cNvSpPr txBox="1"/>
            <p:nvPr/>
          </p:nvSpPr>
          <p:spPr>
            <a:xfrm>
              <a:off x="600028" y="834502"/>
              <a:ext cx="134151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 Step k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9AD21D8-6102-C7CE-87BF-BEB56DFD2C5B}"/>
                </a:ext>
              </a:extLst>
            </p:cNvPr>
            <p:cNvSpPr txBox="1"/>
            <p:nvPr/>
          </p:nvSpPr>
          <p:spPr>
            <a:xfrm>
              <a:off x="600028" y="1670632"/>
              <a:ext cx="134151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 Step k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E4F656-32AF-29A6-4FB6-2071A758A0F9}"/>
                </a:ext>
              </a:extLst>
            </p:cNvPr>
            <p:cNvSpPr txBox="1"/>
            <p:nvPr/>
          </p:nvSpPr>
          <p:spPr>
            <a:xfrm>
              <a:off x="600028" y="2482779"/>
              <a:ext cx="134151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 Step k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62A652-286E-3CB1-EFFD-8CE66B98FE8D}"/>
                </a:ext>
              </a:extLst>
            </p:cNvPr>
            <p:cNvSpPr txBox="1"/>
            <p:nvPr/>
          </p:nvSpPr>
          <p:spPr>
            <a:xfrm>
              <a:off x="277229" y="3132345"/>
              <a:ext cx="194154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Operation Timeline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8B27B8CD-2ADC-E614-7185-06383FDEC8DD}"/>
                </a:ext>
              </a:extLst>
            </p:cNvPr>
            <p:cNvSpPr txBox="1"/>
            <p:nvPr/>
          </p:nvSpPr>
          <p:spPr>
            <a:xfrm>
              <a:off x="6201248" y="2390446"/>
              <a:ext cx="28803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D470DD1-A711-0CFA-1F1E-468FD887B00B}"/>
                </a:ext>
              </a:extLst>
            </p:cNvPr>
            <p:cNvSpPr txBox="1"/>
            <p:nvPr/>
          </p:nvSpPr>
          <p:spPr>
            <a:xfrm>
              <a:off x="6201248" y="3031561"/>
              <a:ext cx="28803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70088F77-622E-E251-3FBC-C3B384DEA083}"/>
                    </a:ext>
                  </a:extLst>
                </p:cNvPr>
                <p:cNvSpPr txBox="1"/>
                <p:nvPr/>
              </p:nvSpPr>
              <p:spPr>
                <a:xfrm>
                  <a:off x="2101224" y="3820118"/>
                  <a:ext cx="32072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70088F77-622E-E251-3FBC-C3B384DEA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1224" y="3820118"/>
                  <a:ext cx="320720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87A9EE85-64B1-165A-9F34-E7898CB6A843}"/>
                </a:ext>
              </a:extLst>
            </p:cNvPr>
            <p:cNvCxnSpPr>
              <a:cxnSpLocks/>
            </p:cNvCxnSpPr>
            <p:nvPr/>
          </p:nvCxnSpPr>
          <p:spPr>
            <a:xfrm>
              <a:off x="2261584" y="3569494"/>
              <a:ext cx="0" cy="221456"/>
            </a:xfrm>
            <a:prstGeom prst="line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B6147020-76D9-5676-84CA-B6479AD95B13}"/>
                </a:ext>
              </a:extLst>
            </p:cNvPr>
            <p:cNvCxnSpPr>
              <a:cxnSpLocks/>
            </p:cNvCxnSpPr>
            <p:nvPr/>
          </p:nvCxnSpPr>
          <p:spPr>
            <a:xfrm>
              <a:off x="3598273" y="3569494"/>
              <a:ext cx="0" cy="221456"/>
            </a:xfrm>
            <a:prstGeom prst="line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6CEA36A4-2B8A-5CA3-A7AF-C75694CDC6F9}"/>
                </a:ext>
              </a:extLst>
            </p:cNvPr>
            <p:cNvCxnSpPr>
              <a:cxnSpLocks/>
            </p:cNvCxnSpPr>
            <p:nvPr/>
          </p:nvCxnSpPr>
          <p:spPr>
            <a:xfrm>
              <a:off x="5021080" y="3569494"/>
              <a:ext cx="0" cy="221456"/>
            </a:xfrm>
            <a:prstGeom prst="line">
              <a:avLst/>
            </a:prstGeom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E8F0E7A-1276-73AA-0DC0-363096C87B1E}"/>
                    </a:ext>
                  </a:extLst>
                </p:cNvPr>
                <p:cNvSpPr txBox="1"/>
                <p:nvPr/>
              </p:nvSpPr>
              <p:spPr>
                <a:xfrm>
                  <a:off x="3434356" y="3820118"/>
                  <a:ext cx="32072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E8F0E7A-1276-73AA-0DC0-363096C87B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4356" y="3820118"/>
                  <a:ext cx="320720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13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F1387B88-3E39-3F38-ECE4-1A0FBA1E28B9}"/>
                    </a:ext>
                  </a:extLst>
                </p:cNvPr>
                <p:cNvSpPr txBox="1"/>
                <p:nvPr/>
              </p:nvSpPr>
              <p:spPr>
                <a:xfrm>
                  <a:off x="4860720" y="3820118"/>
                  <a:ext cx="32072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F1387B88-3E39-3F38-ECE4-1A0FBA1E28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0720" y="3820118"/>
                  <a:ext cx="320720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13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018AAEB4-E4C5-9433-E773-32C7AF954E32}"/>
                    </a:ext>
                  </a:extLst>
                </p:cNvPr>
                <p:cNvSpPr txBox="1"/>
                <p:nvPr/>
              </p:nvSpPr>
              <p:spPr>
                <a:xfrm>
                  <a:off x="6098065" y="3820118"/>
                  <a:ext cx="32072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𝑖𝑚𝑒</m:t>
                        </m:r>
                      </m:oMath>
                    </m:oMathPara>
                  </a14:m>
                  <a:endParaRPr lang="en-US" altLang="zh-CN" sz="1400" b="0" dirty="0">
                    <a:solidFill>
                      <a:schemeClr val="tx1"/>
                    </a:solidFill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018AAEB4-E4C5-9433-E773-32C7AF954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8065" y="3820118"/>
                  <a:ext cx="320720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246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89597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58DF2472-1663-FBBB-435D-1D97592A3755}"/>
              </a:ext>
            </a:extLst>
          </p:cNvPr>
          <p:cNvSpPr txBox="1"/>
          <p:nvPr/>
        </p:nvSpPr>
        <p:spPr>
          <a:xfrm>
            <a:off x="4156543" y="1636445"/>
            <a:ext cx="892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</a:rPr>
              <a:t>。。。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1D34E06-9308-74A2-5C44-F8F07AEB5557}"/>
              </a:ext>
            </a:extLst>
          </p:cNvPr>
          <p:cNvCxnSpPr>
            <a:cxnSpLocks/>
          </p:cNvCxnSpPr>
          <p:nvPr/>
        </p:nvCxnSpPr>
        <p:spPr>
          <a:xfrm>
            <a:off x="1394278" y="4085640"/>
            <a:ext cx="2872922" cy="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6C0E96D-C8EF-9159-D643-EBB7716FBC0F}"/>
              </a:ext>
            </a:extLst>
          </p:cNvPr>
          <p:cNvCxnSpPr>
            <a:cxnSpLocks/>
          </p:cNvCxnSpPr>
          <p:nvPr/>
        </p:nvCxnSpPr>
        <p:spPr>
          <a:xfrm>
            <a:off x="1394278" y="1826444"/>
            <a:ext cx="2872922" cy="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F87B2D11-5691-7A75-B414-DC8CD8AB3D44}"/>
              </a:ext>
            </a:extLst>
          </p:cNvPr>
          <p:cNvSpPr/>
          <p:nvPr/>
        </p:nvSpPr>
        <p:spPr>
          <a:xfrm>
            <a:off x="3000820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6BA27A3-DFEE-5098-8BBA-108D90EC2D25}"/>
              </a:ext>
            </a:extLst>
          </p:cNvPr>
          <p:cNvCxnSpPr>
            <a:cxnSpLocks/>
          </p:cNvCxnSpPr>
          <p:nvPr/>
        </p:nvCxnSpPr>
        <p:spPr>
          <a:xfrm>
            <a:off x="4892040" y="1827079"/>
            <a:ext cx="4362424" cy="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D1F67EB0-4767-51EF-822B-7ACF45D2F4B6}"/>
              </a:ext>
            </a:extLst>
          </p:cNvPr>
          <p:cNvSpPr/>
          <p:nvPr/>
        </p:nvSpPr>
        <p:spPr>
          <a:xfrm>
            <a:off x="3009472" y="396448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EAD2099-E7F4-E3D4-D327-196403BD1939}"/>
              </a:ext>
            </a:extLst>
          </p:cNvPr>
          <p:cNvCxnSpPr>
            <a:cxnSpLocks/>
          </p:cNvCxnSpPr>
          <p:nvPr/>
        </p:nvCxnSpPr>
        <p:spPr>
          <a:xfrm>
            <a:off x="4892040" y="4086409"/>
            <a:ext cx="4362424" cy="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2EDAEADB-35C6-81E2-73EB-E1F62F95120B}"/>
              </a:ext>
            </a:extLst>
          </p:cNvPr>
          <p:cNvSpPr/>
          <p:nvPr/>
        </p:nvSpPr>
        <p:spPr>
          <a:xfrm>
            <a:off x="885008" y="1423854"/>
            <a:ext cx="508000" cy="300990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8E550DF-B33E-D2F9-B134-C2A1902C9794}"/>
              </a:ext>
            </a:extLst>
          </p:cNvPr>
          <p:cNvSpPr/>
          <p:nvPr/>
        </p:nvSpPr>
        <p:spPr>
          <a:xfrm>
            <a:off x="12132893" y="1423854"/>
            <a:ext cx="508000" cy="300990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圆角矩形 32">
            <a:extLst>
              <a:ext uri="{FF2B5EF4-FFF2-40B4-BE49-F238E27FC236}">
                <a16:creationId xmlns:a16="http://schemas.microsoft.com/office/drawing/2014/main" id="{92B72114-7809-1D65-7922-B96546AE99B1}"/>
              </a:ext>
            </a:extLst>
          </p:cNvPr>
          <p:cNvSpPr/>
          <p:nvPr/>
        </p:nvSpPr>
        <p:spPr>
          <a:xfrm>
            <a:off x="2236923" y="170198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圆角矩形 34">
            <a:extLst>
              <a:ext uri="{FF2B5EF4-FFF2-40B4-BE49-F238E27FC236}">
                <a16:creationId xmlns:a16="http://schemas.microsoft.com/office/drawing/2014/main" id="{8816EF49-0C45-70BA-C991-FB7FC113A978}"/>
              </a:ext>
            </a:extLst>
          </p:cNvPr>
          <p:cNvSpPr/>
          <p:nvPr/>
        </p:nvSpPr>
        <p:spPr>
          <a:xfrm>
            <a:off x="2236923" y="3964489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圆角矩形 36">
            <a:extLst>
              <a:ext uri="{FF2B5EF4-FFF2-40B4-BE49-F238E27FC236}">
                <a16:creationId xmlns:a16="http://schemas.microsoft.com/office/drawing/2014/main" id="{A4C79196-A1A3-9F15-CE79-BC55AB43D466}"/>
              </a:ext>
            </a:extLst>
          </p:cNvPr>
          <p:cNvSpPr/>
          <p:nvPr/>
        </p:nvSpPr>
        <p:spPr>
          <a:xfrm>
            <a:off x="11152788" y="170198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圆角矩形 37">
            <a:extLst>
              <a:ext uri="{FF2B5EF4-FFF2-40B4-BE49-F238E27FC236}">
                <a16:creationId xmlns:a16="http://schemas.microsoft.com/office/drawing/2014/main" id="{28F10E5D-B853-2B18-9879-E6C546551B5A}"/>
              </a:ext>
            </a:extLst>
          </p:cNvPr>
          <p:cNvSpPr/>
          <p:nvPr/>
        </p:nvSpPr>
        <p:spPr>
          <a:xfrm>
            <a:off x="11152788" y="396512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5059666-414D-1EFE-A4E8-01030B5D00D3}"/>
              </a:ext>
            </a:extLst>
          </p:cNvPr>
          <p:cNvSpPr txBox="1"/>
          <p:nvPr/>
        </p:nvSpPr>
        <p:spPr>
          <a:xfrm>
            <a:off x="3005900" y="1685474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6644696-755F-5B5C-E4DC-0954E2A835A0}"/>
              </a:ext>
            </a:extLst>
          </p:cNvPr>
          <p:cNvSpPr txBox="1"/>
          <p:nvPr/>
        </p:nvSpPr>
        <p:spPr>
          <a:xfrm>
            <a:off x="3014552" y="3949884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6A651B1-53F4-4FF3-9F1F-3658C4532B97}"/>
              </a:ext>
            </a:extLst>
          </p:cNvPr>
          <p:cNvGrpSpPr/>
          <p:nvPr/>
        </p:nvGrpSpPr>
        <p:grpSpPr>
          <a:xfrm>
            <a:off x="1402883" y="1840414"/>
            <a:ext cx="602615" cy="2244408"/>
            <a:chOff x="1629" y="1603"/>
            <a:chExt cx="1192" cy="3542"/>
          </a:xfrm>
          <a:solidFill>
            <a:schemeClr val="tx1"/>
          </a:solidFill>
        </p:grpSpPr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6B669032-EE0C-6ED3-275C-8DA78317EC09}"/>
                </a:ext>
              </a:extLst>
            </p:cNvPr>
            <p:cNvCxnSpPr/>
            <p:nvPr/>
          </p:nvCxnSpPr>
          <p:spPr>
            <a:xfrm flipV="1">
              <a:off x="1882" y="1603"/>
              <a:ext cx="939" cy="2481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780DF72E-BC4D-4E96-6F07-23A9E7650274}"/>
                </a:ext>
              </a:extLst>
            </p:cNvPr>
            <p:cNvCxnSpPr/>
            <p:nvPr/>
          </p:nvCxnSpPr>
          <p:spPr>
            <a:xfrm>
              <a:off x="1629" y="281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A46BC703-E8FC-DDD9-7CD7-712E2DE6E59F}"/>
                </a:ext>
              </a:extLst>
            </p:cNvPr>
            <p:cNvCxnSpPr/>
            <p:nvPr/>
          </p:nvCxnSpPr>
          <p:spPr>
            <a:xfrm>
              <a:off x="1629" y="408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6194B2AF-79E6-C141-94DD-5F079CFDB722}"/>
                </a:ext>
              </a:extLst>
            </p:cNvPr>
            <p:cNvCxnSpPr/>
            <p:nvPr/>
          </p:nvCxnSpPr>
          <p:spPr>
            <a:xfrm flipH="1" flipV="1">
              <a:off x="1871" y="2819"/>
              <a:ext cx="896" cy="2326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064834F-CDF0-E83E-EB6F-A48459312322}"/>
              </a:ext>
            </a:extLst>
          </p:cNvPr>
          <p:cNvGrpSpPr/>
          <p:nvPr/>
        </p:nvGrpSpPr>
        <p:grpSpPr>
          <a:xfrm flipH="1">
            <a:off x="11530633" y="1840414"/>
            <a:ext cx="591165" cy="2244408"/>
            <a:chOff x="1629" y="1603"/>
            <a:chExt cx="1192" cy="3542"/>
          </a:xfrm>
          <a:solidFill>
            <a:schemeClr val="tx1"/>
          </a:solidFill>
        </p:grpSpPr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E4308B51-EF01-3B72-D4B4-2A451F988FC1}"/>
                </a:ext>
              </a:extLst>
            </p:cNvPr>
            <p:cNvCxnSpPr/>
            <p:nvPr/>
          </p:nvCxnSpPr>
          <p:spPr>
            <a:xfrm flipV="1">
              <a:off x="1882" y="1603"/>
              <a:ext cx="939" cy="2481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C1963682-AB1F-4B9B-44F8-860C01683424}"/>
                </a:ext>
              </a:extLst>
            </p:cNvPr>
            <p:cNvCxnSpPr/>
            <p:nvPr/>
          </p:nvCxnSpPr>
          <p:spPr>
            <a:xfrm>
              <a:off x="1629" y="281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86C8C23A-3158-B124-AE3F-75367408E064}"/>
                </a:ext>
              </a:extLst>
            </p:cNvPr>
            <p:cNvCxnSpPr/>
            <p:nvPr/>
          </p:nvCxnSpPr>
          <p:spPr>
            <a:xfrm>
              <a:off x="1629" y="4084"/>
              <a:ext cx="724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26CB22B4-08CC-79D5-543E-CED56BFA9622}"/>
                </a:ext>
              </a:extLst>
            </p:cNvPr>
            <p:cNvCxnSpPr/>
            <p:nvPr/>
          </p:nvCxnSpPr>
          <p:spPr>
            <a:xfrm flipH="1" flipV="1">
              <a:off x="1871" y="2819"/>
              <a:ext cx="896" cy="2326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58" name="圆角矩形 36">
            <a:extLst>
              <a:ext uri="{FF2B5EF4-FFF2-40B4-BE49-F238E27FC236}">
                <a16:creationId xmlns:a16="http://schemas.microsoft.com/office/drawing/2014/main" id="{B0FA6854-FD08-6784-F2D9-ADD1B7E82862}"/>
              </a:ext>
            </a:extLst>
          </p:cNvPr>
          <p:cNvSpPr/>
          <p:nvPr/>
        </p:nvSpPr>
        <p:spPr>
          <a:xfrm>
            <a:off x="4972055" y="170198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圆角矩形 37">
            <a:extLst>
              <a:ext uri="{FF2B5EF4-FFF2-40B4-BE49-F238E27FC236}">
                <a16:creationId xmlns:a16="http://schemas.microsoft.com/office/drawing/2014/main" id="{B97A6FBF-55D1-444A-D53E-933A53CE0204}"/>
              </a:ext>
            </a:extLst>
          </p:cNvPr>
          <p:cNvSpPr/>
          <p:nvPr/>
        </p:nvSpPr>
        <p:spPr>
          <a:xfrm>
            <a:off x="4972055" y="396512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AA86B520-7607-99FC-7E72-966DF54197DB}"/>
              </a:ext>
            </a:extLst>
          </p:cNvPr>
          <p:cNvGrpSpPr/>
          <p:nvPr/>
        </p:nvGrpSpPr>
        <p:grpSpPr>
          <a:xfrm flipH="1">
            <a:off x="5223774" y="1959541"/>
            <a:ext cx="628361" cy="1999817"/>
            <a:chOff x="1563" y="1791"/>
            <a:chExt cx="1267" cy="3156"/>
          </a:xfrm>
          <a:solidFill>
            <a:schemeClr val="tx1"/>
          </a:solidFill>
        </p:grpSpPr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499F1F89-2AB2-10A2-1006-17D3DA08429D}"/>
                </a:ext>
              </a:extLst>
            </p:cNvPr>
            <p:cNvCxnSpPr/>
            <p:nvPr/>
          </p:nvCxnSpPr>
          <p:spPr>
            <a:xfrm flipV="1">
              <a:off x="1882" y="1791"/>
              <a:ext cx="948" cy="2293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17A2F4C2-05F8-D601-DBA4-280564349294}"/>
                </a:ext>
              </a:extLst>
            </p:cNvPr>
            <p:cNvCxnSpPr/>
            <p:nvPr/>
          </p:nvCxnSpPr>
          <p:spPr>
            <a:xfrm>
              <a:off x="1563" y="2814"/>
              <a:ext cx="827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9BDFBFB9-B011-8BB4-2ED7-A70A492B2CDF}"/>
                </a:ext>
              </a:extLst>
            </p:cNvPr>
            <p:cNvCxnSpPr/>
            <p:nvPr/>
          </p:nvCxnSpPr>
          <p:spPr>
            <a:xfrm>
              <a:off x="1563" y="4084"/>
              <a:ext cx="865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99A4B371-88BA-C379-972A-2B0F35E77AE9}"/>
                </a:ext>
              </a:extLst>
            </p:cNvPr>
            <p:cNvCxnSpPr/>
            <p:nvPr/>
          </p:nvCxnSpPr>
          <p:spPr>
            <a:xfrm flipH="1" flipV="1">
              <a:off x="1871" y="2819"/>
              <a:ext cx="950" cy="2128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9" name="椭圆 98">
            <a:extLst>
              <a:ext uri="{FF2B5EF4-FFF2-40B4-BE49-F238E27FC236}">
                <a16:creationId xmlns:a16="http://schemas.microsoft.com/office/drawing/2014/main" id="{B426C91B-FE3B-71E4-CD99-1B7513CFB5A7}"/>
              </a:ext>
            </a:extLst>
          </p:cNvPr>
          <p:cNvSpPr/>
          <p:nvPr/>
        </p:nvSpPr>
        <p:spPr>
          <a:xfrm>
            <a:off x="3777418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F251A4BC-95E1-54CE-8234-43B420CB82F6}"/>
              </a:ext>
            </a:extLst>
          </p:cNvPr>
          <p:cNvSpPr/>
          <p:nvPr/>
        </p:nvSpPr>
        <p:spPr>
          <a:xfrm>
            <a:off x="3786070" y="396448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35DDF102-F2DF-9000-DA2B-C9575E542A1A}"/>
              </a:ext>
            </a:extLst>
          </p:cNvPr>
          <p:cNvSpPr txBox="1"/>
          <p:nvPr/>
        </p:nvSpPr>
        <p:spPr>
          <a:xfrm>
            <a:off x="3782498" y="1685474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F235D727-86B4-54E3-C7CC-012F68FD695C}"/>
              </a:ext>
            </a:extLst>
          </p:cNvPr>
          <p:cNvSpPr txBox="1"/>
          <p:nvPr/>
        </p:nvSpPr>
        <p:spPr>
          <a:xfrm>
            <a:off x="3791150" y="3949884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20486FD8-2D51-7676-98B3-D94495C5E17C}"/>
              </a:ext>
            </a:extLst>
          </p:cNvPr>
          <p:cNvSpPr txBox="1"/>
          <p:nvPr/>
        </p:nvSpPr>
        <p:spPr>
          <a:xfrm>
            <a:off x="4156543" y="3894342"/>
            <a:ext cx="892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</a:rPr>
              <a:t>。。。</a:t>
            </a:r>
          </a:p>
        </p:txBody>
      </p:sp>
      <p:sp>
        <p:nvSpPr>
          <p:cNvPr id="111" name="圆角矩形 36">
            <a:extLst>
              <a:ext uri="{FF2B5EF4-FFF2-40B4-BE49-F238E27FC236}">
                <a16:creationId xmlns:a16="http://schemas.microsoft.com/office/drawing/2014/main" id="{AEE19475-6BB5-808E-36AA-4A695F6713C0}"/>
              </a:ext>
            </a:extLst>
          </p:cNvPr>
          <p:cNvSpPr/>
          <p:nvPr/>
        </p:nvSpPr>
        <p:spPr>
          <a:xfrm>
            <a:off x="5852385" y="170198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圆角矩形 37">
            <a:extLst>
              <a:ext uri="{FF2B5EF4-FFF2-40B4-BE49-F238E27FC236}">
                <a16:creationId xmlns:a16="http://schemas.microsoft.com/office/drawing/2014/main" id="{9BB8815F-7708-8E3A-09A3-C2202BB2610C}"/>
              </a:ext>
            </a:extLst>
          </p:cNvPr>
          <p:cNvSpPr/>
          <p:nvPr/>
        </p:nvSpPr>
        <p:spPr>
          <a:xfrm>
            <a:off x="5852385" y="396512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BA374213-41AF-89B2-83C6-CEE36647DA22}"/>
              </a:ext>
            </a:extLst>
          </p:cNvPr>
          <p:cNvGrpSpPr/>
          <p:nvPr/>
        </p:nvGrpSpPr>
        <p:grpSpPr>
          <a:xfrm flipH="1">
            <a:off x="6104104" y="1959541"/>
            <a:ext cx="628361" cy="1999817"/>
            <a:chOff x="1563" y="1791"/>
            <a:chExt cx="1267" cy="3156"/>
          </a:xfrm>
          <a:solidFill>
            <a:schemeClr val="tx1"/>
          </a:solidFill>
        </p:grpSpPr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4B668134-12AF-F71D-5260-4239BC2976D3}"/>
                </a:ext>
              </a:extLst>
            </p:cNvPr>
            <p:cNvCxnSpPr/>
            <p:nvPr/>
          </p:nvCxnSpPr>
          <p:spPr>
            <a:xfrm flipV="1">
              <a:off x="1882" y="1791"/>
              <a:ext cx="948" cy="2293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A140E93D-D939-AFAF-176D-45715F305428}"/>
                </a:ext>
              </a:extLst>
            </p:cNvPr>
            <p:cNvCxnSpPr/>
            <p:nvPr/>
          </p:nvCxnSpPr>
          <p:spPr>
            <a:xfrm>
              <a:off x="1563" y="2814"/>
              <a:ext cx="827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42980A36-3F90-35A5-DAF9-316A6C6B90C3}"/>
                </a:ext>
              </a:extLst>
            </p:cNvPr>
            <p:cNvCxnSpPr/>
            <p:nvPr/>
          </p:nvCxnSpPr>
          <p:spPr>
            <a:xfrm>
              <a:off x="1563" y="4084"/>
              <a:ext cx="865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4BB75CD1-9F83-8E99-AC3E-A8214713B01F}"/>
                </a:ext>
              </a:extLst>
            </p:cNvPr>
            <p:cNvCxnSpPr/>
            <p:nvPr/>
          </p:nvCxnSpPr>
          <p:spPr>
            <a:xfrm flipH="1" flipV="1">
              <a:off x="1871" y="2819"/>
              <a:ext cx="950" cy="2128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18" name="圆角矩形 36">
            <a:extLst>
              <a:ext uri="{FF2B5EF4-FFF2-40B4-BE49-F238E27FC236}">
                <a16:creationId xmlns:a16="http://schemas.microsoft.com/office/drawing/2014/main" id="{3D506AA7-6497-33E3-CBE0-EDF2D31B19B2}"/>
              </a:ext>
            </a:extLst>
          </p:cNvPr>
          <p:cNvSpPr/>
          <p:nvPr/>
        </p:nvSpPr>
        <p:spPr>
          <a:xfrm>
            <a:off x="6759412" y="170198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圆角矩形 37">
            <a:extLst>
              <a:ext uri="{FF2B5EF4-FFF2-40B4-BE49-F238E27FC236}">
                <a16:creationId xmlns:a16="http://schemas.microsoft.com/office/drawing/2014/main" id="{D6B5E28B-305F-7A4C-E142-CCA255F015CE}"/>
              </a:ext>
            </a:extLst>
          </p:cNvPr>
          <p:cNvSpPr/>
          <p:nvPr/>
        </p:nvSpPr>
        <p:spPr>
          <a:xfrm>
            <a:off x="6759412" y="396512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3FF770E3-88C3-60F1-1812-A6FE931D17D4}"/>
              </a:ext>
            </a:extLst>
          </p:cNvPr>
          <p:cNvGrpSpPr/>
          <p:nvPr/>
        </p:nvGrpSpPr>
        <p:grpSpPr>
          <a:xfrm flipH="1">
            <a:off x="7011131" y="1959541"/>
            <a:ext cx="628361" cy="1999817"/>
            <a:chOff x="1563" y="1791"/>
            <a:chExt cx="1267" cy="3156"/>
          </a:xfrm>
          <a:solidFill>
            <a:schemeClr val="tx1"/>
          </a:solidFill>
        </p:grpSpPr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D5BA2683-B56F-DC71-B70B-40DCF8C13740}"/>
                </a:ext>
              </a:extLst>
            </p:cNvPr>
            <p:cNvCxnSpPr/>
            <p:nvPr/>
          </p:nvCxnSpPr>
          <p:spPr>
            <a:xfrm flipV="1">
              <a:off x="1882" y="1791"/>
              <a:ext cx="948" cy="2293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9114D70E-D650-03D3-E031-2D46623B6664}"/>
                </a:ext>
              </a:extLst>
            </p:cNvPr>
            <p:cNvCxnSpPr/>
            <p:nvPr/>
          </p:nvCxnSpPr>
          <p:spPr>
            <a:xfrm>
              <a:off x="1563" y="2814"/>
              <a:ext cx="827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CC3CB5A4-86B9-1835-BC38-6F13E673F741}"/>
                </a:ext>
              </a:extLst>
            </p:cNvPr>
            <p:cNvCxnSpPr/>
            <p:nvPr/>
          </p:nvCxnSpPr>
          <p:spPr>
            <a:xfrm>
              <a:off x="1563" y="4084"/>
              <a:ext cx="865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907BAC3A-0E1A-4E2D-2E8B-D349CA65EE41}"/>
                </a:ext>
              </a:extLst>
            </p:cNvPr>
            <p:cNvCxnSpPr/>
            <p:nvPr/>
          </p:nvCxnSpPr>
          <p:spPr>
            <a:xfrm flipH="1" flipV="1">
              <a:off x="1871" y="2819"/>
              <a:ext cx="950" cy="2128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25" name="椭圆 124">
            <a:extLst>
              <a:ext uri="{FF2B5EF4-FFF2-40B4-BE49-F238E27FC236}">
                <a16:creationId xmlns:a16="http://schemas.microsoft.com/office/drawing/2014/main" id="{A9DE5498-6F32-5CC2-7FE0-DB27D58774EB}"/>
              </a:ext>
            </a:extLst>
          </p:cNvPr>
          <p:cNvSpPr/>
          <p:nvPr/>
        </p:nvSpPr>
        <p:spPr>
          <a:xfrm>
            <a:off x="7662800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03F79FDF-A3E9-077F-7278-2C0B2D4365C1}"/>
              </a:ext>
            </a:extLst>
          </p:cNvPr>
          <p:cNvSpPr/>
          <p:nvPr/>
        </p:nvSpPr>
        <p:spPr>
          <a:xfrm>
            <a:off x="7671452" y="396448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828966BC-6439-02E6-D1D7-8693C1C842F8}"/>
              </a:ext>
            </a:extLst>
          </p:cNvPr>
          <p:cNvSpPr txBox="1"/>
          <p:nvPr/>
        </p:nvSpPr>
        <p:spPr>
          <a:xfrm>
            <a:off x="7667880" y="1685474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9FE6A153-B505-F923-2308-1115BAFF4DA5}"/>
              </a:ext>
            </a:extLst>
          </p:cNvPr>
          <p:cNvSpPr txBox="1"/>
          <p:nvPr/>
        </p:nvSpPr>
        <p:spPr>
          <a:xfrm>
            <a:off x="7676532" y="3949884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9" name="圆角矩形 36">
            <a:extLst>
              <a:ext uri="{FF2B5EF4-FFF2-40B4-BE49-F238E27FC236}">
                <a16:creationId xmlns:a16="http://schemas.microsoft.com/office/drawing/2014/main" id="{294B0F84-045C-A185-0DE1-28802680169A}"/>
              </a:ext>
            </a:extLst>
          </p:cNvPr>
          <p:cNvSpPr/>
          <p:nvPr/>
        </p:nvSpPr>
        <p:spPr>
          <a:xfrm>
            <a:off x="8588880" y="170198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圆角矩形 37">
            <a:extLst>
              <a:ext uri="{FF2B5EF4-FFF2-40B4-BE49-F238E27FC236}">
                <a16:creationId xmlns:a16="http://schemas.microsoft.com/office/drawing/2014/main" id="{EFC14707-4E70-288A-0CBC-B975052475BC}"/>
              </a:ext>
            </a:extLst>
          </p:cNvPr>
          <p:cNvSpPr/>
          <p:nvPr/>
        </p:nvSpPr>
        <p:spPr>
          <a:xfrm>
            <a:off x="8588880" y="396512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1CA61BED-04C3-1319-1AC0-F7D5B9E25540}"/>
              </a:ext>
            </a:extLst>
          </p:cNvPr>
          <p:cNvGrpSpPr/>
          <p:nvPr/>
        </p:nvGrpSpPr>
        <p:grpSpPr>
          <a:xfrm flipH="1">
            <a:off x="8840599" y="1959541"/>
            <a:ext cx="628361" cy="1999817"/>
            <a:chOff x="1563" y="1791"/>
            <a:chExt cx="1267" cy="3156"/>
          </a:xfrm>
          <a:solidFill>
            <a:schemeClr val="tx1"/>
          </a:solidFill>
        </p:grpSpPr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813CED73-DBBE-3B48-038B-1EDBB5BBB57C}"/>
                </a:ext>
              </a:extLst>
            </p:cNvPr>
            <p:cNvCxnSpPr/>
            <p:nvPr/>
          </p:nvCxnSpPr>
          <p:spPr>
            <a:xfrm flipV="1">
              <a:off x="1882" y="1791"/>
              <a:ext cx="948" cy="2293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11E68305-ACD2-A878-D55F-6B66F4E294F4}"/>
                </a:ext>
              </a:extLst>
            </p:cNvPr>
            <p:cNvCxnSpPr/>
            <p:nvPr/>
          </p:nvCxnSpPr>
          <p:spPr>
            <a:xfrm>
              <a:off x="1563" y="2814"/>
              <a:ext cx="827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CABA0DF6-95E8-D968-0C55-3271415B5F84}"/>
                </a:ext>
              </a:extLst>
            </p:cNvPr>
            <p:cNvCxnSpPr/>
            <p:nvPr/>
          </p:nvCxnSpPr>
          <p:spPr>
            <a:xfrm>
              <a:off x="1563" y="4084"/>
              <a:ext cx="865" cy="0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0DE3E61-06EB-6917-FE18-E580B9C13E95}"/>
                </a:ext>
              </a:extLst>
            </p:cNvPr>
            <p:cNvCxnSpPr/>
            <p:nvPr/>
          </p:nvCxnSpPr>
          <p:spPr>
            <a:xfrm flipH="1" flipV="1">
              <a:off x="1871" y="2819"/>
              <a:ext cx="950" cy="2128"/>
            </a:xfrm>
            <a:prstGeom prst="line">
              <a:avLst/>
            </a:prstGeom>
            <a:grpFill/>
            <a:ln w="19050" cap="rnd">
              <a:solidFill>
                <a:schemeClr val="tx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A88C0C85-BD22-693D-CA8B-70577315F28C}"/>
              </a:ext>
            </a:extLst>
          </p:cNvPr>
          <p:cNvCxnSpPr>
            <a:cxnSpLocks/>
          </p:cNvCxnSpPr>
          <p:nvPr/>
        </p:nvCxnSpPr>
        <p:spPr>
          <a:xfrm>
            <a:off x="10059850" y="1827079"/>
            <a:ext cx="2073043" cy="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21AE701B-C6A2-A42B-ABEA-65CFCB16A5E4}"/>
              </a:ext>
            </a:extLst>
          </p:cNvPr>
          <p:cNvCxnSpPr>
            <a:cxnSpLocks/>
          </p:cNvCxnSpPr>
          <p:nvPr/>
        </p:nvCxnSpPr>
        <p:spPr>
          <a:xfrm>
            <a:off x="9958250" y="4086409"/>
            <a:ext cx="2174643" cy="0"/>
          </a:xfrm>
          <a:prstGeom prst="line">
            <a:avLst/>
          </a:prstGeom>
          <a:solidFill>
            <a:schemeClr val="tx1"/>
          </a:solidFill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3" name="椭圆 142">
            <a:extLst>
              <a:ext uri="{FF2B5EF4-FFF2-40B4-BE49-F238E27FC236}">
                <a16:creationId xmlns:a16="http://schemas.microsoft.com/office/drawing/2014/main" id="{ED3515B5-7A84-5152-90C4-AFCA96CEC4FD}"/>
              </a:ext>
            </a:extLst>
          </p:cNvPr>
          <p:cNvSpPr/>
          <p:nvPr/>
        </p:nvSpPr>
        <p:spPr>
          <a:xfrm>
            <a:off x="10247602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3B71B2B8-17C3-7305-3ABD-71B4B7CA57EC}"/>
              </a:ext>
            </a:extLst>
          </p:cNvPr>
          <p:cNvSpPr/>
          <p:nvPr/>
        </p:nvSpPr>
        <p:spPr>
          <a:xfrm>
            <a:off x="10256254" y="396448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80CD2097-93A3-1F0E-CC59-3B139E56D631}"/>
              </a:ext>
            </a:extLst>
          </p:cNvPr>
          <p:cNvSpPr txBox="1"/>
          <p:nvPr/>
        </p:nvSpPr>
        <p:spPr>
          <a:xfrm>
            <a:off x="10252682" y="1685474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410131C1-9D96-4009-DC43-E427440C1C95}"/>
              </a:ext>
            </a:extLst>
          </p:cNvPr>
          <p:cNvSpPr txBox="1"/>
          <p:nvPr/>
        </p:nvSpPr>
        <p:spPr>
          <a:xfrm>
            <a:off x="10261334" y="3949884"/>
            <a:ext cx="24701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69190FF2-A656-720A-709E-2E7A403EAFE2}"/>
              </a:ext>
            </a:extLst>
          </p:cNvPr>
          <p:cNvSpPr txBox="1"/>
          <p:nvPr/>
        </p:nvSpPr>
        <p:spPr>
          <a:xfrm>
            <a:off x="9225359" y="1636445"/>
            <a:ext cx="892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</a:rPr>
              <a:t>。。。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2B2A99FD-E7A6-66E2-FF20-D3CB439732C9}"/>
              </a:ext>
            </a:extLst>
          </p:cNvPr>
          <p:cNvSpPr txBox="1"/>
          <p:nvPr/>
        </p:nvSpPr>
        <p:spPr>
          <a:xfrm>
            <a:off x="9225359" y="3894342"/>
            <a:ext cx="892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</a:rPr>
              <a:t>。。。</a:t>
            </a:r>
          </a:p>
        </p:txBody>
      </p:sp>
    </p:spTree>
    <p:extLst>
      <p:ext uri="{BB962C8B-B14F-4D97-AF65-F5344CB8AC3E}">
        <p14:creationId xmlns:p14="http://schemas.microsoft.com/office/powerpoint/2010/main" val="3275350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11638F8B-2838-88F9-0524-9D9171BEBA04}"/>
              </a:ext>
            </a:extLst>
          </p:cNvPr>
          <p:cNvSpPr/>
          <p:nvPr/>
        </p:nvSpPr>
        <p:spPr>
          <a:xfrm>
            <a:off x="1086295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圆角矩形 32">
            <a:extLst>
              <a:ext uri="{FF2B5EF4-FFF2-40B4-BE49-F238E27FC236}">
                <a16:creationId xmlns:a16="http://schemas.microsoft.com/office/drawing/2014/main" id="{8787EBB1-B141-5D6D-805D-C4599E88A16E}"/>
              </a:ext>
            </a:extLst>
          </p:cNvPr>
          <p:cNvSpPr/>
          <p:nvPr/>
        </p:nvSpPr>
        <p:spPr>
          <a:xfrm>
            <a:off x="322398" y="170198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D80B7F4-2B4D-8128-A9B5-C7B779C83A16}"/>
              </a:ext>
            </a:extLst>
          </p:cNvPr>
          <p:cNvSpPr/>
          <p:nvPr/>
        </p:nvSpPr>
        <p:spPr>
          <a:xfrm>
            <a:off x="1850192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5CE1985-BCC4-F3F8-34C1-378A90257048}"/>
              </a:ext>
            </a:extLst>
          </p:cNvPr>
          <p:cNvSpPr/>
          <p:nvPr/>
        </p:nvSpPr>
        <p:spPr>
          <a:xfrm>
            <a:off x="3377986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圆角矩形 32">
            <a:extLst>
              <a:ext uri="{FF2B5EF4-FFF2-40B4-BE49-F238E27FC236}">
                <a16:creationId xmlns:a16="http://schemas.microsoft.com/office/drawing/2014/main" id="{2A2F7976-4946-77F4-FEFE-7A64ECCBC573}"/>
              </a:ext>
            </a:extLst>
          </p:cNvPr>
          <p:cNvSpPr/>
          <p:nvPr/>
        </p:nvSpPr>
        <p:spPr>
          <a:xfrm>
            <a:off x="2614089" y="170198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B84D05A-5FE4-309D-3D42-BA310D1DC7D4}"/>
              </a:ext>
            </a:extLst>
          </p:cNvPr>
          <p:cNvSpPr/>
          <p:nvPr/>
        </p:nvSpPr>
        <p:spPr>
          <a:xfrm>
            <a:off x="4141883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A530715-56E0-4252-DD06-9E8E2CA951D9}"/>
              </a:ext>
            </a:extLst>
          </p:cNvPr>
          <p:cNvSpPr/>
          <p:nvPr/>
        </p:nvSpPr>
        <p:spPr>
          <a:xfrm>
            <a:off x="2102287" y="2124891"/>
            <a:ext cx="2291691" cy="148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3FCFFEA0-B9D0-A6EC-197B-01130E002445}"/>
              </a:ext>
            </a:extLst>
          </p:cNvPr>
          <p:cNvSpPr/>
          <p:nvPr/>
        </p:nvSpPr>
        <p:spPr>
          <a:xfrm>
            <a:off x="5669677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圆角矩形 32">
            <a:extLst>
              <a:ext uri="{FF2B5EF4-FFF2-40B4-BE49-F238E27FC236}">
                <a16:creationId xmlns:a16="http://schemas.microsoft.com/office/drawing/2014/main" id="{9556E6AF-50F8-533B-7333-D2A3FF5F8A08}"/>
              </a:ext>
            </a:extLst>
          </p:cNvPr>
          <p:cNvSpPr/>
          <p:nvPr/>
        </p:nvSpPr>
        <p:spPr>
          <a:xfrm>
            <a:off x="4905780" y="170198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63DFBEF4-11A2-AE95-1D4F-4EA35ECD5052}"/>
              </a:ext>
            </a:extLst>
          </p:cNvPr>
          <p:cNvSpPr/>
          <p:nvPr/>
        </p:nvSpPr>
        <p:spPr>
          <a:xfrm>
            <a:off x="6433574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32F6035-88B4-BC92-97CA-28F745598591}"/>
              </a:ext>
            </a:extLst>
          </p:cNvPr>
          <p:cNvSpPr/>
          <p:nvPr/>
        </p:nvSpPr>
        <p:spPr>
          <a:xfrm>
            <a:off x="4393978" y="2124891"/>
            <a:ext cx="2291691" cy="148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E24153B3-DCF7-9F9C-3553-008D857790E7}"/>
              </a:ext>
            </a:extLst>
          </p:cNvPr>
          <p:cNvSpPr/>
          <p:nvPr/>
        </p:nvSpPr>
        <p:spPr>
          <a:xfrm>
            <a:off x="7961368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圆角矩形 32">
            <a:extLst>
              <a:ext uri="{FF2B5EF4-FFF2-40B4-BE49-F238E27FC236}">
                <a16:creationId xmlns:a16="http://schemas.microsoft.com/office/drawing/2014/main" id="{C09E7C23-305D-659D-1D56-778F8F3537DC}"/>
              </a:ext>
            </a:extLst>
          </p:cNvPr>
          <p:cNvSpPr/>
          <p:nvPr/>
        </p:nvSpPr>
        <p:spPr>
          <a:xfrm>
            <a:off x="7197471" y="170198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2962CB77-D459-D3ED-54BD-6FB9A3A2EF10}"/>
              </a:ext>
            </a:extLst>
          </p:cNvPr>
          <p:cNvSpPr/>
          <p:nvPr/>
        </p:nvSpPr>
        <p:spPr>
          <a:xfrm>
            <a:off x="8725265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0FD87CF-AAA6-7BF6-E171-5AECA002C14A}"/>
              </a:ext>
            </a:extLst>
          </p:cNvPr>
          <p:cNvSpPr/>
          <p:nvPr/>
        </p:nvSpPr>
        <p:spPr>
          <a:xfrm>
            <a:off x="6685669" y="2124891"/>
            <a:ext cx="2291691" cy="148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85B77037-C561-006B-8127-D67C0D33EC41}"/>
              </a:ext>
            </a:extLst>
          </p:cNvPr>
          <p:cNvSpPr/>
          <p:nvPr/>
        </p:nvSpPr>
        <p:spPr>
          <a:xfrm>
            <a:off x="10253059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圆角矩形 32">
            <a:extLst>
              <a:ext uri="{FF2B5EF4-FFF2-40B4-BE49-F238E27FC236}">
                <a16:creationId xmlns:a16="http://schemas.microsoft.com/office/drawing/2014/main" id="{C82C08A0-568C-E1C6-0D35-9FB6EE884E70}"/>
              </a:ext>
            </a:extLst>
          </p:cNvPr>
          <p:cNvSpPr/>
          <p:nvPr/>
        </p:nvSpPr>
        <p:spPr>
          <a:xfrm>
            <a:off x="9489162" y="170198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86BE6879-BECD-61A2-797F-0A364F7857C0}"/>
              </a:ext>
            </a:extLst>
          </p:cNvPr>
          <p:cNvSpPr/>
          <p:nvPr/>
        </p:nvSpPr>
        <p:spPr>
          <a:xfrm>
            <a:off x="11016956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614C195-4554-B04F-715E-F81E5D16FDF4}"/>
              </a:ext>
            </a:extLst>
          </p:cNvPr>
          <p:cNvSpPr/>
          <p:nvPr/>
        </p:nvSpPr>
        <p:spPr>
          <a:xfrm>
            <a:off x="8977360" y="2124891"/>
            <a:ext cx="2291691" cy="148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26373DF-5A08-AC3E-68B5-BB5DF6657E0D}"/>
              </a:ext>
            </a:extLst>
          </p:cNvPr>
          <p:cNvSpPr/>
          <p:nvPr/>
        </p:nvSpPr>
        <p:spPr>
          <a:xfrm>
            <a:off x="12544750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圆角矩形 32">
            <a:extLst>
              <a:ext uri="{FF2B5EF4-FFF2-40B4-BE49-F238E27FC236}">
                <a16:creationId xmlns:a16="http://schemas.microsoft.com/office/drawing/2014/main" id="{6B10B5BE-3E55-9515-983F-9C6AA1F30D31}"/>
              </a:ext>
            </a:extLst>
          </p:cNvPr>
          <p:cNvSpPr/>
          <p:nvPr/>
        </p:nvSpPr>
        <p:spPr>
          <a:xfrm>
            <a:off x="11780853" y="1701984"/>
            <a:ext cx="252095" cy="25209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D4ED27E8-D17A-1FE5-0B32-4A1A97471B92}"/>
              </a:ext>
            </a:extLst>
          </p:cNvPr>
          <p:cNvSpPr/>
          <p:nvPr/>
        </p:nvSpPr>
        <p:spPr>
          <a:xfrm>
            <a:off x="13308647" y="1700079"/>
            <a:ext cx="252095" cy="252095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810B594-3E3F-E67E-10EE-4C3173EE6716}"/>
              </a:ext>
            </a:extLst>
          </p:cNvPr>
          <p:cNvSpPr/>
          <p:nvPr/>
        </p:nvSpPr>
        <p:spPr>
          <a:xfrm>
            <a:off x="11269051" y="2124891"/>
            <a:ext cx="2291691" cy="148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8085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4358</TotalTime>
  <Words>1562</Words>
  <Application>Microsoft Office PowerPoint</Application>
  <PresentationFormat>宽屏</PresentationFormat>
  <Paragraphs>710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宋体</vt:lpstr>
      <vt:lpstr>Arial</vt:lpstr>
      <vt:lpstr>Calibri</vt:lpstr>
      <vt:lpstr>Cambria Math</vt:lpstr>
      <vt:lpstr>Times New Roman</vt:lpstr>
      <vt:lpstr>WPS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旭烨 梁</cp:lastModifiedBy>
  <cp:revision>50</cp:revision>
  <dcterms:created xsi:type="dcterms:W3CDTF">2023-08-09T12:44:00Z</dcterms:created>
  <dcterms:modified xsi:type="dcterms:W3CDTF">2026-01-30T05:11:47Z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30A616602DCB4F158E028F82F776149B_12</vt:lpwstr>
  </property>
</Properties>
</file>